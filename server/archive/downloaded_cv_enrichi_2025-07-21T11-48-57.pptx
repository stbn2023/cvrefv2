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Téléchargement
Maître d'ouvrage: Test MOA Téléchargement
Montant: 750 000 €
Travaux: Test travaux pour téléchargement
Réalisation: 2024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Téléchargement
Maître d'ouvrage: Test MOA Téléchargement
Montant: 750 000 €
Travaux: Test travaux pour téléchargement
Réalisation: 2024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Téléchargement
Maître d'ouvrage: Test MOA Téléchargement
Montant: 750 000 €
Travaux: Test travaux pour téléchargement
Réalisation: 2024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Téléchargement
Maître d'ouvrage: Test MOA Téléchargement
Montant: 750 000 €
Travaux: Test travaux pour téléchargement
Réalisation: 2024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Résidence Téléchargement
Maître d'ouvrage: Test MOA Téléchargement
Montant: 750 000 €
Travaux: Test travaux pour téléchargement
Réalisation: 2024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