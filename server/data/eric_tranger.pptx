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18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jpe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Eric TRANGER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96707" y="1030878"/>
            <a:ext cx="3539173" cy="432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65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Chargé d’affaires</a:t>
            </a:r>
          </a:p>
          <a:p>
            <a:pPr marL="0" lvl="0" indent="0" algn="just">
              <a:lnSpc>
                <a:spcPts val="1765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MOE Amiante - CSPS niveau 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1" y="1600131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06 10 35 43 72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erictranger@groupe-isoedre.fr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 rot="5400000">
            <a:off x="475354" y="-597232"/>
            <a:ext cx="2351425" cy="3430499"/>
            <a:chOff x="0" y="0"/>
            <a:chExt cx="4372610" cy="6379210"/>
          </a:xfrm>
        </p:grpSpPr>
        <p:sp>
          <p:nvSpPr>
            <p:cNvPr id="13" name="Freeform 13"/>
            <p:cNvSpPr/>
            <p:nvPr/>
          </p:nvSpPr>
          <p:spPr>
            <a:xfrm rot="-5400000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6350000" y="4347210"/>
                  </a:moveTo>
                  <a:lnTo>
                    <a:pt x="5270500" y="0"/>
                  </a:lnTo>
                  <a:lnTo>
                    <a:pt x="0" y="0"/>
                  </a:lnTo>
                  <a:lnTo>
                    <a:pt x="0" y="4347210"/>
                  </a:lnTo>
                  <a:lnTo>
                    <a:pt x="6350000" y="4347210"/>
                  </a:lnTo>
                  <a:close/>
                </a:path>
              </a:pathLst>
            </a:custGeom>
            <a:blipFill>
              <a:blip r:embed="rId6"/>
              <a:stretch>
                <a:fillRect t="-36610" b="-82221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 rot="5400000">
            <a:off x="467549" y="-597232"/>
            <a:ext cx="2351425" cy="3430499"/>
            <a:chOff x="0" y="0"/>
            <a:chExt cx="4372610" cy="6379210"/>
          </a:xfrm>
        </p:grpSpPr>
        <p:sp>
          <p:nvSpPr>
            <p:cNvPr id="16" name="Freeform 16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7"/>
              <a:stretch>
                <a:fillRect t="-26464" b="-6829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AutoShape 24"/>
          <p:cNvSpPr/>
          <p:nvPr/>
        </p:nvSpPr>
        <p:spPr>
          <a:xfrm>
            <a:off x="397283" y="5431281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5" name="AutoShape 25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6" name="AutoShape 26"/>
          <p:cNvSpPr/>
          <p:nvPr/>
        </p:nvSpPr>
        <p:spPr>
          <a:xfrm>
            <a:off x="3195889" y="556940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7" name="AutoShape 27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" name="Freeform 28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9" name="Freeform 29"/>
          <p:cNvSpPr/>
          <p:nvPr/>
        </p:nvSpPr>
        <p:spPr>
          <a:xfrm>
            <a:off x="3837768" y="521317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0" name="Freeform 30"/>
          <p:cNvSpPr/>
          <p:nvPr/>
        </p:nvSpPr>
        <p:spPr>
          <a:xfrm>
            <a:off x="445179" y="5136442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2"/>
                </a:lnTo>
                <a:lnTo>
                  <a:pt x="0" y="260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1" name="Freeform 31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2" name="Freeform 32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3" name="Freeform 33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4" name="TextBox 34"/>
          <p:cNvSpPr txBox="1"/>
          <p:nvPr/>
        </p:nvSpPr>
        <p:spPr>
          <a:xfrm>
            <a:off x="445179" y="5455093"/>
            <a:ext cx="2230014" cy="3375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0"/>
              </a:lnSpc>
            </a:pPr>
            <a:endParaRPr/>
          </a:p>
          <a:p>
            <a:pPr algn="l">
              <a:lnSpc>
                <a:spcPts val="1300"/>
              </a:lnSpc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d’études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dossiers techniques d’Exécution et DOE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charges techniques tous corps d’état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Réponses appels d’offres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...</a:t>
            </a: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00"/>
              </a:lnSpc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Suivi Chantier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Etudes et réalisations de chantier TCE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Management des équipes terrain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Animation réunion de chantiers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budgétaire et analyse financière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administrative de chantier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...</a:t>
            </a: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0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97283" y="3055026"/>
            <a:ext cx="2491956" cy="1093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MOE AMIANTE</a:t>
            </a:r>
          </a:p>
          <a:p>
            <a:pPr algn="l">
              <a:lnSpc>
                <a:spcPts val="1405"/>
              </a:lnSpc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Ginger Formation -</a:t>
            </a:r>
            <a:r>
              <a:rPr lang="en-US" sz="800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 </a:t>
            </a: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2016</a:t>
            </a:r>
          </a:p>
          <a:p>
            <a:pPr algn="l">
              <a:lnSpc>
                <a:spcPts val="1405"/>
              </a:lnSpc>
            </a:pPr>
            <a:endParaRPr lang="en-US" sz="800" spc="37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405"/>
              </a:lnSpc>
            </a:pPr>
            <a:r>
              <a:rPr lang="en-US" sz="800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CSPS Niveau 1 - Conception et réalisation</a:t>
            </a: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CM Prévention - 2013 (actualisations 2018 et 2023)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88277" y="5180848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394101" y="5272530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145063" y="3225950"/>
            <a:ext cx="4242460" cy="584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D’AFFAIRES/MOE Amiante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ISOEDRE - Depuis 2025</a:t>
            </a:r>
          </a:p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TCE BUREAU D’ETUDES, MAITRISE D’OEUVRE, INGENIERIE DU BATIMENT</a:t>
            </a: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MBIngénierie puis ISOEDRE - 2024 à 2025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97283" y="4230672"/>
            <a:ext cx="2491956" cy="381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AIPR</a:t>
            </a:r>
          </a:p>
          <a:p>
            <a:pPr algn="l">
              <a:lnSpc>
                <a:spcPts val="1405"/>
              </a:lnSpc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Secours Prévention - 2019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145063" y="3838560"/>
            <a:ext cx="4199556" cy="1184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DIRECTEUR D’AGENCE BUREAU D’ETUDES, MAITRISE D’OEUVRE, INGENIERIE DU BATIMENT 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MICSYL - 2013 à 2024</a:t>
            </a:r>
          </a:p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MAITRISE D’OUVRAGE INTERNE - MONTAGE D’OPERATIONS DE REHABILITATION ET D’AMELIORATION DE BATIMENTS-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ESH (Entreprises sociales pour l’habitat) - 2000 à 2012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24C7C556-3785-9160-6A51-0B9B6891A75C}"/>
              </a:ext>
            </a:extLst>
          </p:cNvPr>
          <p:cNvSpPr txBox="1"/>
          <p:nvPr/>
        </p:nvSpPr>
        <p:spPr>
          <a:xfrm>
            <a:off x="3195893" y="57277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82D5D0FD-92FB-C549-6EC4-5DC640672E3A}"/>
              </a:ext>
            </a:extLst>
          </p:cNvPr>
          <p:cNvSpPr txBox="1"/>
          <p:nvPr/>
        </p:nvSpPr>
        <p:spPr>
          <a:xfrm>
            <a:off x="5229319" y="65659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C3854D26-1C65-51A8-1650-11D42A33037A}"/>
              </a:ext>
            </a:extLst>
          </p:cNvPr>
          <p:cNvSpPr txBox="1"/>
          <p:nvPr/>
        </p:nvSpPr>
        <p:spPr>
          <a:xfrm>
            <a:off x="3272958" y="7708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A14BA27D-A0B3-A476-2230-3754E7868C38}"/>
              </a:ext>
            </a:extLst>
          </p:cNvPr>
          <p:cNvSpPr txBox="1"/>
          <p:nvPr/>
        </p:nvSpPr>
        <p:spPr>
          <a:xfrm>
            <a:off x="5229319" y="8623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1AA37162-989D-6037-536E-7DA6BBC240B4}"/>
              </a:ext>
            </a:extLst>
          </p:cNvPr>
          <p:cNvSpPr txBox="1"/>
          <p:nvPr/>
        </p:nvSpPr>
        <p:spPr>
          <a:xfrm>
            <a:off x="3307406" y="95376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</Words>
  <Application>Microsoft Office PowerPoint</Application>
  <PresentationFormat>Personnalisé</PresentationFormat>
  <Paragraphs>61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Century Gothic Paneuropean Bold</vt:lpstr>
      <vt:lpstr>Glacial Indifference Bold</vt:lpstr>
      <vt:lpstr>Calibri</vt:lpstr>
      <vt:lpstr>Arial</vt:lpstr>
      <vt:lpstr>Century Gothic Paneuropean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CV-TRANGER ERIC</dc:title>
  <cp:lastModifiedBy>Stephane BERTIN</cp:lastModifiedBy>
  <cp:revision>2</cp:revision>
  <dcterms:created xsi:type="dcterms:W3CDTF">2006-08-16T00:00:00Z</dcterms:created>
  <dcterms:modified xsi:type="dcterms:W3CDTF">2025-09-15T06:37:23Z</dcterms:modified>
  <dc:identifier>DAGeD70ctWA</dc:identifier>
</cp:coreProperties>
</file>