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Jean-Bernard ARRIBAS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52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Coordinateur d’agence </a:t>
            </a:r>
          </a:p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Ingénieur Génie Civil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9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06 35 82 23 00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7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jeanbernardarribas@groupe-isoedre.fr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6"/>
              <a:stretch>
                <a:fillRect t="-3680" b="-4239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79395" y="5987067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195893" y="5982304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7773" y="5626069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27291" y="569222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427291" y="6010879"/>
            <a:ext cx="2230014" cy="451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Management d’équipe</a:t>
            </a:r>
          </a:p>
          <a:p>
            <a:pPr algn="l">
              <a:lnSpc>
                <a:spcPts val="104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Supervision et encadrement des équipes pour mise en application des process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Contrôle de la production en matière de délais et de rendus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Appui technique des équipes sur des missions complexes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Supervision des plannings des équipes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financière des projets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administratifs et techniques tous corps d’état.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en Gros oeuvre TCE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contrats et de plannings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Développement commercial</a:t>
            </a:r>
          </a:p>
          <a:p>
            <a:pPr algn="l">
              <a:lnSpc>
                <a:spcPts val="104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Développement technique et commercial de la société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Assurer le lien local au niveau du développement commercial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7071" y="3217536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Ecole supérieure d’ingénieur de Marseille - ESIM - 2005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0388" y="573663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94106" y="568542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30573" y="3690370"/>
            <a:ext cx="4095389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TECHNIQUE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09/2022 à 2025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7071" y="3678608"/>
            <a:ext cx="2580446" cy="34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Ingénieur Généraliste spécialisé en </a:t>
            </a:r>
          </a:p>
          <a:p>
            <a:pPr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Génie Civil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7071" y="4724848"/>
            <a:ext cx="2491956" cy="1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 général Scientifique mention AB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37071" y="5006534"/>
            <a:ext cx="2464318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Maurice Ravel - Saint Jean de Luz 64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26150" y="4382190"/>
            <a:ext cx="4199556" cy="784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DE TRAVAUX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Vinci construction France en gros œuvre et TCE de 2005 à 2019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Sogea Sud - Agence SM entreprise- Narbonne - De 2011 à 2019</a:t>
            </a:r>
          </a:p>
          <a:p>
            <a:pPr marL="194310" lvl="1" indent="-97155" algn="l">
              <a:lnSpc>
                <a:spcPts val="1581"/>
              </a:lnSpc>
              <a:buFont typeface="Arial"/>
              <a:buChar char="•"/>
            </a:pP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Dumez Mediterranée- Aix en Provence - De 2005 à 2011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130573" y="403628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CHARGE 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MBIngénierie - 12/2019 à 08/2022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7071" y="4064778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Classe préparatoire aux écoles d’ingénieur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67079" y="4470289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Louis Barthou - Pau 64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126150" y="3136586"/>
            <a:ext cx="420397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COORDINATEUR D’AGENCE/ INGENIEUR GENIE CIVIL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2025</a:t>
            </a:r>
          </a:p>
        </p:txBody>
      </p:sp>
      <p:sp>
        <p:nvSpPr>
          <p:cNvPr id="56" name="reference_1">
            <a:extLst>
              <a:ext uri="{FF2B5EF4-FFF2-40B4-BE49-F238E27FC236}">
                <a16:creationId xmlns:a16="http://schemas.microsoft.com/office/drawing/2014/main" id="{57780FF6-30E7-80D1-E708-A1F23F6E7624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7" name="reference_2">
            <a:extLst>
              <a:ext uri="{FF2B5EF4-FFF2-40B4-BE49-F238E27FC236}">
                <a16:creationId xmlns:a16="http://schemas.microsoft.com/office/drawing/2014/main" id="{ABE7C29A-D539-6F0D-A5C7-6965E115F68E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8" name="reference_3">
            <a:extLst>
              <a:ext uri="{FF2B5EF4-FFF2-40B4-BE49-F238E27FC236}">
                <a16:creationId xmlns:a16="http://schemas.microsoft.com/office/drawing/2014/main" id="{086A0641-B0EA-70F5-9AB7-F8A0A1AA859C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9" name="reference_4">
            <a:extLst>
              <a:ext uri="{FF2B5EF4-FFF2-40B4-BE49-F238E27FC236}">
                <a16:creationId xmlns:a16="http://schemas.microsoft.com/office/drawing/2014/main" id="{CF19CEFB-4916-80BB-6A14-F7F91B40225F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60" name="reference_5">
            <a:extLst>
              <a:ext uri="{FF2B5EF4-FFF2-40B4-BE49-F238E27FC236}">
                <a16:creationId xmlns:a16="http://schemas.microsoft.com/office/drawing/2014/main" id="{BA047FD9-5F45-8857-0EDC-50351B3587D2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Personnalisé</PresentationFormat>
  <Paragraphs>67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CV-ARRIBAS JB</dc:title>
  <cp:lastModifiedBy>Stephane BERTIN</cp:lastModifiedBy>
  <cp:revision>2</cp:revision>
  <dcterms:created xsi:type="dcterms:W3CDTF">2006-08-16T00:00:00Z</dcterms:created>
  <dcterms:modified xsi:type="dcterms:W3CDTF">2025-09-15T06:39:08Z</dcterms:modified>
  <dc:identifier>DAGcDx1EPO8</dc:identifier>
</cp:coreProperties>
</file>