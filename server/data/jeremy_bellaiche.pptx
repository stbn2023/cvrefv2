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Jérémy BELLAICHE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2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 spc="50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Assistant Chargé d'affaires TCE/OPC Télépilote drone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 spc="50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613531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07 82 62 47 27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jeremybellaiche@groupe-isoedre.fr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13684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23910" y="6067581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65789" y="5711346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481368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56192" y="5389254"/>
            <a:ext cx="2391503" cy="4255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21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 2D/3D</a:t>
            </a: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 tous corps d’état.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Utilisation des logiciels : Allplan, DeviSOC, Autocad, Archireport, Photoshop, Pack office et Project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15901" lvl="1" indent="-107950" algn="l">
              <a:lnSpc>
                <a:spcPts val="121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LANGUES </a:t>
            </a:r>
          </a:p>
          <a:p>
            <a:pPr algn="l">
              <a:lnSpc>
                <a:spcPts val="121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ESPAGNOL courant </a:t>
            </a: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ANGLAIS  notions</a:t>
            </a: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6200" y="3198499"/>
            <a:ext cx="2491956" cy="1072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TRANSPORT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AFT IFTIM, Tremblay sur mauldre - 2006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BACCALAUREAT SST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Lycée MArie Curie, Versailles - 2004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5855" y="483996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22122" y="5770706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66515" y="3198499"/>
            <a:ext cx="4199556" cy="178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CHARGE D’AFFAIRE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MBIngénierie puis ISOEDRE </a:t>
            </a:r>
          </a:p>
          <a:p>
            <a:pPr algn="l">
              <a:lnSpc>
                <a:spcPts val="1581"/>
              </a:lnSpc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AUTO-ENTREPRENEUR,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diverses prestations dont : états des lieux de logement avant travaux, métrage, etc - Narbonne - 2013 à 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TRANSPORT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Sernam, Trappes - 2008 à 2012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CAMIONAGE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Sernam - 2006 à 2008 </a:t>
            </a:r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 rot="5400000">
            <a:off x="436185" y="-591421"/>
            <a:ext cx="2376487" cy="3467062"/>
            <a:chOff x="0" y="0"/>
            <a:chExt cx="4372610" cy="6379210"/>
          </a:xfrm>
        </p:grpSpPr>
        <p:sp>
          <p:nvSpPr>
            <p:cNvPr id="37" name="Freeform 37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42064" b="-7676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3" name="reference_1">
            <a:extLst>
              <a:ext uri="{FF2B5EF4-FFF2-40B4-BE49-F238E27FC236}">
                <a16:creationId xmlns:a16="http://schemas.microsoft.com/office/drawing/2014/main" id="{F0247DF9-330D-7A1E-7607-05BC0A4327A1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4" name="reference_2">
            <a:extLst>
              <a:ext uri="{FF2B5EF4-FFF2-40B4-BE49-F238E27FC236}">
                <a16:creationId xmlns:a16="http://schemas.microsoft.com/office/drawing/2014/main" id="{53D5942F-5941-9122-4E94-36B6E86E576B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5" name="reference_3">
            <a:extLst>
              <a:ext uri="{FF2B5EF4-FFF2-40B4-BE49-F238E27FC236}">
                <a16:creationId xmlns:a16="http://schemas.microsoft.com/office/drawing/2014/main" id="{10F858B3-95F7-2173-DCF1-916838CA7A74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4">
            <a:extLst>
              <a:ext uri="{FF2B5EF4-FFF2-40B4-BE49-F238E27FC236}">
                <a16:creationId xmlns:a16="http://schemas.microsoft.com/office/drawing/2014/main" id="{F8677F2A-1BEA-B1BE-6E96-5618A61E6404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5">
            <a:extLst>
              <a:ext uri="{FF2B5EF4-FFF2-40B4-BE49-F238E27FC236}">
                <a16:creationId xmlns:a16="http://schemas.microsoft.com/office/drawing/2014/main" id="{B7DEFA7B-879A-F2D3-EE50-2F8221223693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Personnalisé</PresentationFormat>
  <Paragraphs>61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CV-BELLAICHE JEREMY </dc:title>
  <cp:lastModifiedBy>Stephane BERTIN</cp:lastModifiedBy>
  <cp:revision>2</cp:revision>
  <dcterms:created xsi:type="dcterms:W3CDTF">2006-08-16T00:00:00Z</dcterms:created>
  <dcterms:modified xsi:type="dcterms:W3CDTF">2025-09-15T06:42:04Z</dcterms:modified>
  <dc:identifier>DAGhmmOOD5U</dc:identifier>
</cp:coreProperties>
</file>