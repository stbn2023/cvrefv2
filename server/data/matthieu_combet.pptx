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Mathieu COMBET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pôle exécution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Chargé d’affaires exécution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38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07 84 07 95 86</a:t>
            </a:r>
          </a:p>
          <a:p>
            <a:pPr algn="l">
              <a:lnSpc>
                <a:spcPts val="1597"/>
              </a:lnSpc>
            </a:pPr>
            <a:endParaRPr lang="en-US" sz="114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3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mathieucombet@groupe-isoedre.fr</a:t>
            </a:r>
          </a:p>
          <a:p>
            <a:pPr algn="l">
              <a:lnSpc>
                <a:spcPts val="1437"/>
              </a:lnSpc>
            </a:pPr>
            <a:endParaRPr lang="en-US" sz="1026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6"/>
              <a:stretch>
                <a:fillRect t="-3680" b="-4239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413788" y="5637500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23910" y="5442779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65789" y="5086544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1684" y="534266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461684" y="5680362"/>
            <a:ext cx="2230014" cy="480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"/>
              </a:lnSpc>
            </a:pPr>
            <a:endParaRPr/>
          </a:p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Diagnostic et Expertise </a:t>
            </a:r>
          </a:p>
          <a:p>
            <a:pPr algn="l">
              <a:lnSpc>
                <a:spcPts val="93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Diagnostic, expertise enveloppe,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Diagnostic démolition, déchets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Pré Programmation.</a:t>
            </a: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Etudes et Ingénierie </a:t>
            </a:r>
          </a:p>
          <a:p>
            <a:pPr algn="l">
              <a:lnSpc>
                <a:spcPts val="117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 Enveloppe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 Démolition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BET Désamiantage et Déplombage</a:t>
            </a: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Maîtrise d’OEuvre / AMO :</a:t>
            </a:r>
          </a:p>
          <a:p>
            <a:pPr algn="l">
              <a:lnSpc>
                <a:spcPts val="93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Direction projet,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Economie de la Construction,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Exécution,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Programmation,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Administratif et Juridique.</a:t>
            </a:r>
          </a:p>
          <a:p>
            <a:pPr algn="l">
              <a:lnSpc>
                <a:spcPts val="9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Economie de la construction </a:t>
            </a:r>
          </a:p>
          <a:p>
            <a:pPr algn="l">
              <a:lnSpc>
                <a:spcPts val="117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Estimation TCE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métrés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CCTP / DPGF</a:t>
            </a:r>
          </a:p>
          <a:p>
            <a:pPr algn="l">
              <a:lnSpc>
                <a:spcPts val="117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Bureautique DAO :</a:t>
            </a:r>
          </a:p>
          <a:p>
            <a:pPr algn="l">
              <a:lnSpc>
                <a:spcPts val="117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Suite Office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Adobe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Acrobat Pro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</a:t>
            </a:r>
          </a:p>
          <a:p>
            <a:pPr marL="172721" lvl="1" indent="-86360" algn="l">
              <a:lnSpc>
                <a:spcPts val="9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Attic+</a:t>
            </a:r>
          </a:p>
          <a:p>
            <a:pPr algn="l">
              <a:lnSpc>
                <a:spcPts val="117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17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6566" y="3137881"/>
            <a:ext cx="2625035" cy="198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AFNOR COMPETENCES -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Prévention des risques amiante - Aspects pratiques de la réglementation - 2019</a:t>
            </a:r>
          </a:p>
          <a:p>
            <a:pPr algn="l">
              <a:lnSpc>
                <a:spcPts val="1116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AFNOR COMPETENCES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Risque amiante sous-section 4 (SS4) / Opérateur de chantier - 2019 </a:t>
            </a:r>
          </a:p>
          <a:p>
            <a:pPr algn="l">
              <a:lnSpc>
                <a:spcPts val="981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QUALICONSULT Formation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sécurité incendie - 2017</a:t>
            </a:r>
          </a:p>
          <a:p>
            <a:pPr algn="l">
              <a:lnSpc>
                <a:spcPts val="1134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AFNOR Paris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BIM un mode de travail collaboratif - 2016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4781" y="5387067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22122" y="5145904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77921" y="3127061"/>
            <a:ext cx="4176746" cy="1302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PÔLE EXECUTION -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depuis 2025</a:t>
            </a:r>
          </a:p>
          <a:p>
            <a:pPr marL="0" lvl="0" indent="0" algn="l">
              <a:lnSpc>
                <a:spcPts val="215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– 2023 à 2025</a:t>
            </a:r>
          </a:p>
          <a:p>
            <a:pPr marL="0" lvl="0" indent="0" algn="l">
              <a:lnSpc>
                <a:spcPts val="215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ÉCONOMISTE EN CONSTRUCTION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EKOBASE - 2021 - 2023</a:t>
            </a:r>
          </a:p>
          <a:p>
            <a:pPr marL="0" lvl="0" indent="0" algn="l">
              <a:lnSpc>
                <a:spcPts val="215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ÉCONOMISTE / PILOTAGE DE PROJET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BRP ÉTUDE CONSEIL </a:t>
            </a:r>
          </a:p>
          <a:p>
            <a:pPr algn="l">
              <a:lnSpc>
                <a:spcPts val="215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2014 à 2021</a:t>
            </a:r>
          </a:p>
        </p:txBody>
      </p:sp>
      <p:grpSp>
        <p:nvGrpSpPr>
          <p:cNvPr id="48" name="Group 48"/>
          <p:cNvGrpSpPr>
            <a:grpSpLocks noChangeAspect="1"/>
          </p:cNvGrpSpPr>
          <p:nvPr/>
        </p:nvGrpSpPr>
        <p:grpSpPr>
          <a:xfrm rot="5400000">
            <a:off x="533204" y="-533204"/>
            <a:ext cx="2323823" cy="3390230"/>
            <a:chOff x="0" y="0"/>
            <a:chExt cx="4372610" cy="6379210"/>
          </a:xfrm>
        </p:grpSpPr>
        <p:sp>
          <p:nvSpPr>
            <p:cNvPr id="49" name="Freeform 49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7"/>
              <a:stretch>
                <a:fillRect t="-37281" b="-815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1" name="reference_1">
            <a:extLst>
              <a:ext uri="{FF2B5EF4-FFF2-40B4-BE49-F238E27FC236}">
                <a16:creationId xmlns:a16="http://schemas.microsoft.com/office/drawing/2014/main" id="{808EFFB1-B5C2-F77E-F154-61C64A4086AD}"/>
              </a:ext>
            </a:extLst>
          </p:cNvPr>
          <p:cNvSpPr txBox="1"/>
          <p:nvPr/>
        </p:nvSpPr>
        <p:spPr>
          <a:xfrm>
            <a:off x="3177921" y="564188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2">
            <a:extLst>
              <a:ext uri="{FF2B5EF4-FFF2-40B4-BE49-F238E27FC236}">
                <a16:creationId xmlns:a16="http://schemas.microsoft.com/office/drawing/2014/main" id="{CCF25E8B-9067-83D2-FF12-E4D7A0CDA8BB}"/>
              </a:ext>
            </a:extLst>
          </p:cNvPr>
          <p:cNvSpPr txBox="1"/>
          <p:nvPr/>
        </p:nvSpPr>
        <p:spPr>
          <a:xfrm>
            <a:off x="5211347" y="648008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3">
            <a:extLst>
              <a:ext uri="{FF2B5EF4-FFF2-40B4-BE49-F238E27FC236}">
                <a16:creationId xmlns:a16="http://schemas.microsoft.com/office/drawing/2014/main" id="{DC4B0414-C0D7-7CE4-D11C-A184CF50D230}"/>
              </a:ext>
            </a:extLst>
          </p:cNvPr>
          <p:cNvSpPr txBox="1"/>
          <p:nvPr/>
        </p:nvSpPr>
        <p:spPr>
          <a:xfrm>
            <a:off x="3254986" y="76230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4">
            <a:extLst>
              <a:ext uri="{FF2B5EF4-FFF2-40B4-BE49-F238E27FC236}">
                <a16:creationId xmlns:a16="http://schemas.microsoft.com/office/drawing/2014/main" id="{B1343FC1-5EBC-8B1C-03AB-D5B0B62A88F7}"/>
              </a:ext>
            </a:extLst>
          </p:cNvPr>
          <p:cNvSpPr txBox="1"/>
          <p:nvPr/>
        </p:nvSpPr>
        <p:spPr>
          <a:xfrm>
            <a:off x="5211347" y="85374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5" name="reference_5">
            <a:extLst>
              <a:ext uri="{FF2B5EF4-FFF2-40B4-BE49-F238E27FC236}">
                <a16:creationId xmlns:a16="http://schemas.microsoft.com/office/drawing/2014/main" id="{45CF2783-B20E-33B8-CB20-1A8242B44EAF}"/>
              </a:ext>
            </a:extLst>
          </p:cNvPr>
          <p:cNvSpPr txBox="1"/>
          <p:nvPr/>
        </p:nvSpPr>
        <p:spPr>
          <a:xfrm>
            <a:off x="3289434" y="94518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370</Words>
  <Application>Microsoft Office PowerPoint</Application>
  <PresentationFormat>Personnalisé</PresentationFormat>
  <Paragraphs>78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CV-COMBET MATHIEU</dc:title>
  <dc:creator>Admin</dc:creator>
  <cp:lastModifiedBy>Stephane BERTIN</cp:lastModifiedBy>
  <cp:revision>2</cp:revision>
  <dcterms:created xsi:type="dcterms:W3CDTF">2006-08-16T00:00:00Z</dcterms:created>
  <dcterms:modified xsi:type="dcterms:W3CDTF">2025-09-18T13:30:01Z</dcterms:modified>
  <dc:identifier>DAGg8H2CL54</dc:identifier>
</cp:coreProperties>
</file>