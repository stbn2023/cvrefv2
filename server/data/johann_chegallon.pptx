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1D1E3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Johann CHEGALLON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3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 u="none" strike="noStrike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Associé ISOEDRE</a:t>
            </a:r>
          </a:p>
          <a:p>
            <a:pPr marL="0" lvl="0" indent="0" algn="just">
              <a:lnSpc>
                <a:spcPts val="1410"/>
              </a:lnSpc>
            </a:pPr>
            <a:r>
              <a:rPr lang="en-US" sz="1368" b="1" u="none" strike="noStrike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Co-gérant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06 32 86 88 55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johannchegallon@groupe-isoedre.fr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6"/>
              <a:stretch>
                <a:fillRect l="-5518" t="-43901" r="-8784" b="-10623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79395" y="5987067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01553" y="2969899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149620" y="5192287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27291" y="569222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TextBox 29"/>
          <p:cNvSpPr txBox="1"/>
          <p:nvPr/>
        </p:nvSpPr>
        <p:spPr>
          <a:xfrm>
            <a:off x="427291" y="6153754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Direction d’entreprise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7291" y="6377984"/>
            <a:ext cx="2230014" cy="101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technique et commercial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Définition des orientations stratégiques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administrative, économique et financière de la structure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Supervision et encadrement des équipes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7283" y="3055026"/>
            <a:ext cx="249195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Goldman Sachs 10KSB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0388" y="573663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4250" y="5311713"/>
            <a:ext cx="3399936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b="1" u="none" strike="noStrike" spc="38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44956" y="3725762"/>
            <a:ext cx="404614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GERANT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MBINGENIERIE puis SARL ISOEDRE - 2017 à 2025</a:t>
            </a:r>
          </a:p>
        </p:txBody>
      </p:sp>
      <p:sp>
        <p:nvSpPr>
          <p:cNvPr id="52" name="Freeform 52"/>
          <p:cNvSpPr/>
          <p:nvPr/>
        </p:nvSpPr>
        <p:spPr>
          <a:xfrm>
            <a:off x="4784928" y="-231162"/>
            <a:ext cx="1064577" cy="751690"/>
          </a:xfrm>
          <a:custGeom>
            <a:avLst/>
            <a:gdLst/>
            <a:ahLst/>
            <a:cxnLst/>
            <a:rect l="l" t="t" r="r" b="b"/>
            <a:pathLst>
              <a:path w="1064577" h="751690">
                <a:moveTo>
                  <a:pt x="0" y="0"/>
                </a:moveTo>
                <a:lnTo>
                  <a:pt x="1064576" y="0"/>
                </a:lnTo>
                <a:lnTo>
                  <a:pt x="1064576" y="751690"/>
                </a:lnTo>
                <a:lnTo>
                  <a:pt x="0" y="7516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6316" r="-19932" b="-360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3" name="TextBox 53"/>
          <p:cNvSpPr txBox="1"/>
          <p:nvPr/>
        </p:nvSpPr>
        <p:spPr>
          <a:xfrm>
            <a:off x="427291" y="7476756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97283" y="7737563"/>
            <a:ext cx="2230014" cy="12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relevés et métrés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Diagnostic des ouvrages et prise en compte des facteurs d’influence internes et externes liés aux projets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administratifs et techniques TCE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travaux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Constitution des dossiers d’appel d’offres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427291" y="9008812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Suivi de travaux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97282" y="9271220"/>
            <a:ext cx="2230014" cy="12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Organisation et suivi multi corps d’état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Conduite de réunions de chantier et réalisation comptes rendus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Prise de décisions techniques et financières en phase exécution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Contrôle facturation et certificats de paiements des entreprises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Assistance aux opérations de réception de chantier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397282" y="3256192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Essec Business School - 09/2022 à 01/2023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97282" y="3498173"/>
            <a:ext cx="2491956" cy="63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d’Ingénieur en Génie Civil Bâtiment - Mention Ingénierie Sociale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97282" y="4141809"/>
            <a:ext cx="2464318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Certifié COFRAC - Février 2017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97282" y="4343998"/>
            <a:ext cx="249195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Contrôle et expertise du Bâtiment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79395" y="4749509"/>
            <a:ext cx="2464318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IUT Nîmes - 2009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97282" y="4946918"/>
            <a:ext cx="249195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Enveloppe du bâtiment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79395" y="5171454"/>
            <a:ext cx="2464318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Dhuoda Nîmes - 2008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244956" y="4083648"/>
            <a:ext cx="404614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D’AGENCE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MBINGENIERIE - 2017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241484" y="4441534"/>
            <a:ext cx="404614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MBINGENIERIE - 2007 à 2017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244956" y="3377401"/>
            <a:ext cx="404614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ASSOCIE ISOEDRE / CO-GERANT -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- Depuis 2025</a:t>
            </a:r>
          </a:p>
        </p:txBody>
      </p:sp>
      <p:sp>
        <p:nvSpPr>
          <p:cNvPr id="67" name="AutoShape 67"/>
          <p:cNvSpPr/>
          <p:nvPr/>
        </p:nvSpPr>
        <p:spPr>
          <a:xfrm>
            <a:off x="3267086" y="5617595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8" name="reference_1">
            <a:extLst>
              <a:ext uri="{FF2B5EF4-FFF2-40B4-BE49-F238E27FC236}">
                <a16:creationId xmlns:a16="http://schemas.microsoft.com/office/drawing/2014/main" id="{66D2307F-1F7D-3163-5F27-4DF374A8E562}"/>
              </a:ext>
            </a:extLst>
          </p:cNvPr>
          <p:cNvSpPr txBox="1"/>
          <p:nvPr/>
        </p:nvSpPr>
        <p:spPr>
          <a:xfrm>
            <a:off x="3195893" y="5727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9" name="reference_2">
            <a:extLst>
              <a:ext uri="{FF2B5EF4-FFF2-40B4-BE49-F238E27FC236}">
                <a16:creationId xmlns:a16="http://schemas.microsoft.com/office/drawing/2014/main" id="{42243A7B-29F5-EC3A-D4D8-6ABF333BD7D5}"/>
              </a:ext>
            </a:extLst>
          </p:cNvPr>
          <p:cNvSpPr txBox="1"/>
          <p:nvPr/>
        </p:nvSpPr>
        <p:spPr>
          <a:xfrm>
            <a:off x="5229319" y="6565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0" name="reference_3">
            <a:extLst>
              <a:ext uri="{FF2B5EF4-FFF2-40B4-BE49-F238E27FC236}">
                <a16:creationId xmlns:a16="http://schemas.microsoft.com/office/drawing/2014/main" id="{A3EBD3F0-A778-CA86-32FB-48F88B04A5CB}"/>
              </a:ext>
            </a:extLst>
          </p:cNvPr>
          <p:cNvSpPr txBox="1"/>
          <p:nvPr/>
        </p:nvSpPr>
        <p:spPr>
          <a:xfrm>
            <a:off x="3272958" y="7708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1" name="reference_4">
            <a:extLst>
              <a:ext uri="{FF2B5EF4-FFF2-40B4-BE49-F238E27FC236}">
                <a16:creationId xmlns:a16="http://schemas.microsoft.com/office/drawing/2014/main" id="{D3CDBEC5-3D49-F044-B2CF-A3568748B1B5}"/>
              </a:ext>
            </a:extLst>
          </p:cNvPr>
          <p:cNvSpPr txBox="1"/>
          <p:nvPr/>
        </p:nvSpPr>
        <p:spPr>
          <a:xfrm>
            <a:off x="5229319" y="8623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2" name="reference_5">
            <a:extLst>
              <a:ext uri="{FF2B5EF4-FFF2-40B4-BE49-F238E27FC236}">
                <a16:creationId xmlns:a16="http://schemas.microsoft.com/office/drawing/2014/main" id="{D4526AAC-478E-54C7-D6FD-C724AAA8611E}"/>
              </a:ext>
            </a:extLst>
          </p:cNvPr>
          <p:cNvSpPr txBox="1"/>
          <p:nvPr/>
        </p:nvSpPr>
        <p:spPr>
          <a:xfrm>
            <a:off x="3307406" y="9537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Personnalisé</PresentationFormat>
  <Paragraphs>59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CV-CHEGALLON JOHANN</dc:title>
  <cp:lastModifiedBy>Stephane BERTIN</cp:lastModifiedBy>
  <cp:revision>2</cp:revision>
  <dcterms:created xsi:type="dcterms:W3CDTF">2006-08-16T00:00:00Z</dcterms:created>
  <dcterms:modified xsi:type="dcterms:W3CDTF">2025-09-15T06:42:33Z</dcterms:modified>
  <dc:identifier>DAGX334iHz8</dc:identifier>
</cp:coreProperties>
</file>