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Lobna SAIDANI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40403"/>
            <a:ext cx="3539173" cy="62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Chargée d’affaires </a:t>
            </a:r>
          </a:p>
          <a:p>
            <a:pPr algn="just">
              <a:lnSpc>
                <a:spcPts val="167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Ingénieure Génie Civil - BIM Modeleuse</a:t>
            </a:r>
          </a:p>
          <a:p>
            <a:pPr marL="0" lvl="0" indent="0" algn="just">
              <a:lnSpc>
                <a:spcPts val="167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07 81 64 86 73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lobnasaidani@groupe-isoedre.fr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74519" y="5249563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64033" y="56267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05912" y="52705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22415" y="4954724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6566" y="3137881"/>
            <a:ext cx="2625035" cy="13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ingénieur en génie civil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Université de Tunis-École nationale supérieure d'ingénieurs de Tunis (ENSIT) - 2009 à 2014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spécialité Sciences techniques mention assez bien (Tunisie) - 2009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5513" y="4999130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62245" y="532986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177921" y="3298511"/>
            <a:ext cx="4176746" cy="208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CHARGEE D’AFFAIRES / INGENIEURE GENIE CIVIL / BIM Modeleuse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 Depuis 2023</a:t>
            </a:r>
          </a:p>
          <a:p>
            <a:pPr algn="l">
              <a:lnSpc>
                <a:spcPts val="1512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12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FORMATRICE Revit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Consultante - Présent Right and design solution Right Design Solution (rds.com.tn) - 2022</a:t>
            </a:r>
          </a:p>
          <a:p>
            <a:pPr algn="l">
              <a:lnSpc>
                <a:spcPts val="1512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12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INGENIEURE Principal Ministère de l'équipement et de l’Habitat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Tunisie Sous-direction des bâtiments civils - Nov 2017-Présent Service Entretien et Exploitation des routes - Dec 2015-Oct 2017 Ingénieur technico-commercial - Août 2014- Août 2015 ROBOBAT AFRIQUE</a:t>
            </a:r>
          </a:p>
          <a:p>
            <a:pPr algn="l">
              <a:lnSpc>
                <a:spcPts val="1512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4" name="Group 34"/>
          <p:cNvGrpSpPr>
            <a:grpSpLocks noChangeAspect="1"/>
          </p:cNvGrpSpPr>
          <p:nvPr/>
        </p:nvGrpSpPr>
        <p:grpSpPr>
          <a:xfrm rot="5400000">
            <a:off x="437500" y="-621386"/>
            <a:ext cx="2382215" cy="3475419"/>
            <a:chOff x="0" y="0"/>
            <a:chExt cx="4372610" cy="6379210"/>
          </a:xfrm>
        </p:grpSpPr>
        <p:sp>
          <p:nvSpPr>
            <p:cNvPr id="35" name="Freeform 35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l="-12994" t="-39912" r="-5382" b="-11913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17381" y="7128443"/>
            <a:ext cx="2192362" cy="91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3"/>
              </a:lnSpc>
            </a:pPr>
            <a:endParaRPr/>
          </a:p>
          <a:p>
            <a:pPr algn="l">
              <a:lnSpc>
                <a:spcPts val="1233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</a:t>
            </a:r>
            <a:r>
              <a:rPr lang="en-US" sz="900" b="1" spc="18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</a:t>
            </a:r>
          </a:p>
          <a:p>
            <a:pPr algn="l">
              <a:lnSpc>
                <a:spcPts val="1233"/>
              </a:lnSpc>
            </a:pPr>
            <a:endParaRPr lang="en-US" sz="900" b="1" spc="18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94310" lvl="1" indent="-97155" algn="l">
              <a:lnSpc>
                <a:spcPts val="1233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Arabe : Couramment</a:t>
            </a:r>
          </a:p>
          <a:p>
            <a:pPr marL="194310" lvl="1" indent="-97155" algn="l">
              <a:lnSpc>
                <a:spcPts val="1233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: Intermédiaires</a:t>
            </a:r>
          </a:p>
          <a:p>
            <a:pPr algn="l">
              <a:lnSpc>
                <a:spcPts val="1233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49099" y="5551103"/>
            <a:ext cx="2192362" cy="15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</a:t>
            </a:r>
            <a:r>
              <a:rPr lang="en-US" sz="900" b="1" spc="18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Logiciels spécialisés </a:t>
            </a:r>
          </a:p>
          <a:p>
            <a:pPr algn="l">
              <a:lnSpc>
                <a:spcPts val="1260"/>
              </a:lnSpc>
            </a:pPr>
            <a:endParaRPr lang="en-US" sz="900" b="1" spc="18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Robot structure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Revit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Navisworks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Lumion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Suite Office (Word, Excel, PowerPoint, Outlook) </a:t>
            </a:r>
          </a:p>
          <a:p>
            <a:pPr algn="l">
              <a:lnSpc>
                <a:spcPts val="1260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17381" y="8166287"/>
            <a:ext cx="2345553" cy="162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indent="-97155" algn="l">
              <a:lnSpc>
                <a:spcPts val="1431"/>
              </a:lnSpc>
              <a:buFont typeface="Arial"/>
              <a:buChar char="•"/>
            </a:pPr>
            <a:r>
              <a:rPr lang="en-US" sz="900" spc="1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du BIM et modélisation 3D </a:t>
            </a:r>
          </a:p>
          <a:p>
            <a:pPr marL="194310" lvl="1" indent="-97155" algn="l">
              <a:lnSpc>
                <a:spcPts val="1431"/>
              </a:lnSpc>
              <a:buFont typeface="Arial"/>
              <a:buChar char="•"/>
            </a:pPr>
            <a:r>
              <a:rPr lang="en-US" sz="900" spc="1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et coordination interdisciplinaire</a:t>
            </a:r>
          </a:p>
          <a:p>
            <a:pPr marL="194310" lvl="1" indent="-97155" algn="l">
              <a:lnSpc>
                <a:spcPts val="1431"/>
              </a:lnSpc>
              <a:buFont typeface="Arial"/>
              <a:buChar char="•"/>
            </a:pPr>
            <a:r>
              <a:rPr lang="en-US" sz="900" spc="1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 des normes et réglementations </a:t>
            </a:r>
          </a:p>
          <a:p>
            <a:pPr marL="194310" lvl="1" indent="-97155" algn="l">
              <a:lnSpc>
                <a:spcPts val="1431"/>
              </a:lnSpc>
              <a:buFont typeface="Arial"/>
              <a:buChar char="•"/>
            </a:pPr>
            <a:r>
              <a:rPr lang="en-US" sz="900" spc="1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Compétences en chiffrage et analyse financière </a:t>
            </a:r>
          </a:p>
          <a:p>
            <a:pPr marL="194310" lvl="1" indent="-97155" algn="l">
              <a:lnSpc>
                <a:spcPts val="1431"/>
              </a:lnSpc>
              <a:buFont typeface="Arial"/>
              <a:buChar char="•"/>
            </a:pPr>
            <a:r>
              <a:rPr lang="en-US" sz="900" spc="1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et gestion des appels d'offres</a:t>
            </a:r>
          </a:p>
        </p:txBody>
      </p:sp>
      <p:sp>
        <p:nvSpPr>
          <p:cNvPr id="50" name="reference_1">
            <a:extLst>
              <a:ext uri="{FF2B5EF4-FFF2-40B4-BE49-F238E27FC236}">
                <a16:creationId xmlns:a16="http://schemas.microsoft.com/office/drawing/2014/main" id="{C7C78C0E-D630-5753-D6B3-114916F0F539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2">
            <a:extLst>
              <a:ext uri="{FF2B5EF4-FFF2-40B4-BE49-F238E27FC236}">
                <a16:creationId xmlns:a16="http://schemas.microsoft.com/office/drawing/2014/main" id="{078CD7CD-85D6-4A83-E668-348F88C7EA4A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3">
            <a:extLst>
              <a:ext uri="{FF2B5EF4-FFF2-40B4-BE49-F238E27FC236}">
                <a16:creationId xmlns:a16="http://schemas.microsoft.com/office/drawing/2014/main" id="{525028C2-EFB5-F116-86B6-4B506AD951ED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4">
            <a:extLst>
              <a:ext uri="{FF2B5EF4-FFF2-40B4-BE49-F238E27FC236}">
                <a16:creationId xmlns:a16="http://schemas.microsoft.com/office/drawing/2014/main" id="{BA1E93D5-2CF1-D712-AD16-3058113B1743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5">
            <a:extLst>
              <a:ext uri="{FF2B5EF4-FFF2-40B4-BE49-F238E27FC236}">
                <a16:creationId xmlns:a16="http://schemas.microsoft.com/office/drawing/2014/main" id="{54F4DCF8-0876-7BDA-673E-4C210A0511F0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Personnalisé</PresentationFormat>
  <Paragraphs>56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CV-SAIDANI LOBNA</dc:title>
  <cp:lastModifiedBy>Stephane BERTIN</cp:lastModifiedBy>
  <cp:revision>2</cp:revision>
  <dcterms:created xsi:type="dcterms:W3CDTF">2006-08-16T00:00:00Z</dcterms:created>
  <dcterms:modified xsi:type="dcterms:W3CDTF">2025-09-15T06:44:25Z</dcterms:modified>
  <dc:identifier>DAGhad03FGM</dc:identifier>
</cp:coreProperties>
</file>