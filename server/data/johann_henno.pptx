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Johann HENNO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59453"/>
            <a:ext cx="3539173" cy="532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Responsable pôle exécution </a:t>
            </a:r>
          </a:p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 d’affaires exécution</a:t>
            </a:r>
          </a:p>
          <a:p>
            <a:pPr marL="0" lvl="0" indent="0" algn="just">
              <a:lnSpc>
                <a:spcPts val="1410"/>
              </a:lnSpc>
            </a:pPr>
            <a:endParaRPr lang="en-US" sz="1368" b="1">
              <a:solidFill>
                <a:srgbClr val="1D1E3C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60016" y="1599739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06 35 82 22 99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johannhenno@groupe-isoedre.fr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 rot="5400000">
            <a:off x="430128" y="-613410"/>
            <a:ext cx="2337303" cy="3409897"/>
            <a:chOff x="0" y="0"/>
            <a:chExt cx="4372610" cy="6379210"/>
          </a:xfrm>
        </p:grpSpPr>
        <p:sp>
          <p:nvSpPr>
            <p:cNvPr id="13" name="Freeform 13"/>
            <p:cNvSpPr/>
            <p:nvPr/>
          </p:nvSpPr>
          <p:spPr>
            <a:xfrm>
              <a:off x="12700" y="16510"/>
              <a:ext cx="4347210" cy="6350000"/>
            </a:xfrm>
            <a:custGeom>
              <a:avLst/>
              <a:gdLst/>
              <a:ahLst/>
              <a:cxnLst/>
              <a:rect l="l" t="t" r="r" b="b"/>
              <a:pathLst>
                <a:path w="4347210" h="635000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356486" y="466986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AutoShape 23"/>
          <p:cNvSpPr/>
          <p:nvPr/>
        </p:nvSpPr>
        <p:spPr>
          <a:xfrm>
            <a:off x="3155543" y="556320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AutoShape 24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797423" y="520697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5" y="0"/>
                </a:lnTo>
                <a:lnTo>
                  <a:pt x="244485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386494" y="434671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Freeform 29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0" name="Freeform 30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1" name="TextBox 31"/>
          <p:cNvSpPr txBox="1"/>
          <p:nvPr/>
        </p:nvSpPr>
        <p:spPr>
          <a:xfrm>
            <a:off x="386494" y="5065743"/>
            <a:ext cx="2230014" cy="2409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0" algn="l">
              <a:lnSpc>
                <a:spcPts val="130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et suivi de l’exécution des chantiers</a:t>
            </a:r>
          </a:p>
          <a:p>
            <a:pPr algn="l">
              <a:lnSpc>
                <a:spcPts val="130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15901" lvl="1" indent="-107950" algn="l">
              <a:lnSpc>
                <a:spcPts val="130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Coordination des équipes et des sous-traitants</a:t>
            </a:r>
          </a:p>
          <a:p>
            <a:pPr algn="l">
              <a:lnSpc>
                <a:spcPts val="130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15901" lvl="1" indent="-107950" algn="l">
              <a:lnSpc>
                <a:spcPts val="130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budgétaire et optimisation des coûts</a:t>
            </a:r>
          </a:p>
          <a:p>
            <a:pPr algn="l">
              <a:lnSpc>
                <a:spcPts val="130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15901" lvl="1" indent="-107950" algn="l">
              <a:lnSpc>
                <a:spcPts val="130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Respect des normes et de la réglementation</a:t>
            </a:r>
          </a:p>
          <a:p>
            <a:pPr algn="l">
              <a:lnSpc>
                <a:spcPts val="130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15901" lvl="1" indent="-107950" algn="l">
              <a:lnSpc>
                <a:spcPts val="130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Relation client et gestion des litiges</a:t>
            </a:r>
          </a:p>
          <a:p>
            <a:pPr algn="l">
              <a:lnSpc>
                <a:spcPts val="130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52801" y="3266743"/>
            <a:ext cx="2491956" cy="602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Diplôme de conducteur de travaux bâtiment TCE </a:t>
            </a:r>
          </a:p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ESTP Paris -  2009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26149" y="437299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53755" y="5266330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55538" y="3605763"/>
            <a:ext cx="4420994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INSPECTEUR DES TRAVAUX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MBIngénierie puis ISOEDRE -</a:t>
            </a: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2023 à 2025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155538" y="4518160"/>
            <a:ext cx="4199556" cy="3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D’AFFAIRES/ RESPONSABLE DES TRAVAUX 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Eiffage construction - 2019 à 2023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155538" y="3962700"/>
            <a:ext cx="4046146" cy="3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D’AFFAIRES/ RESPONSABLE DES TRAVAUX 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Baudin châteauneuf - 2023</a:t>
            </a:r>
          </a:p>
        </p:txBody>
      </p:sp>
      <p:grpSp>
        <p:nvGrpSpPr>
          <p:cNvPr id="45" name="Group 45"/>
          <p:cNvGrpSpPr>
            <a:grpSpLocks noChangeAspect="1"/>
          </p:cNvGrpSpPr>
          <p:nvPr/>
        </p:nvGrpSpPr>
        <p:grpSpPr>
          <a:xfrm rot="5400000">
            <a:off x="439562" y="-614638"/>
            <a:ext cx="2356573" cy="3438010"/>
            <a:chOff x="0" y="0"/>
            <a:chExt cx="4372610" cy="6379210"/>
          </a:xfrm>
        </p:grpSpPr>
        <p:sp>
          <p:nvSpPr>
            <p:cNvPr id="46" name="Freeform 46"/>
            <p:cNvSpPr/>
            <p:nvPr/>
          </p:nvSpPr>
          <p:spPr>
            <a:xfrm>
              <a:off x="12700" y="16510"/>
              <a:ext cx="4347210" cy="6350000"/>
            </a:xfrm>
            <a:custGeom>
              <a:avLst/>
              <a:gdLst/>
              <a:ahLst/>
              <a:cxnLst/>
              <a:rect l="l" t="t" r="r" b="b"/>
              <a:pathLst>
                <a:path w="4347210" h="635000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3155538" y="3097928"/>
            <a:ext cx="4095389" cy="3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RESPONSABLE PÔLE EXECUTION/ CHARGE D’AFFAIRES EXECUTION 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ISOEDRE - Depuis 2025</a:t>
            </a:r>
          </a:p>
        </p:txBody>
      </p:sp>
      <p:grpSp>
        <p:nvGrpSpPr>
          <p:cNvPr id="49" name="Group 49"/>
          <p:cNvGrpSpPr>
            <a:grpSpLocks noChangeAspect="1"/>
          </p:cNvGrpSpPr>
          <p:nvPr/>
        </p:nvGrpSpPr>
        <p:grpSpPr>
          <a:xfrm rot="5400000">
            <a:off x="456038" y="-568119"/>
            <a:ext cx="2245484" cy="3275942"/>
            <a:chOff x="0" y="0"/>
            <a:chExt cx="4372610" cy="6379210"/>
          </a:xfrm>
        </p:grpSpPr>
        <p:sp>
          <p:nvSpPr>
            <p:cNvPr id="50" name="Freeform 50"/>
            <p:cNvSpPr/>
            <p:nvPr/>
          </p:nvSpPr>
          <p:spPr>
            <a:xfrm>
              <a:off x="12700" y="16510"/>
              <a:ext cx="4347210" cy="6350000"/>
            </a:xfrm>
            <a:custGeom>
              <a:avLst/>
              <a:gdLst/>
              <a:ahLst/>
              <a:cxnLst/>
              <a:rect l="l" t="t" r="r" b="b"/>
              <a:pathLst>
                <a:path w="4347210" h="635000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2" name="Group 52"/>
          <p:cNvGrpSpPr>
            <a:grpSpLocks noChangeAspect="1"/>
          </p:cNvGrpSpPr>
          <p:nvPr/>
        </p:nvGrpSpPr>
        <p:grpSpPr>
          <a:xfrm rot="5400000">
            <a:off x="381936" y="-664755"/>
            <a:ext cx="2412831" cy="3520084"/>
            <a:chOff x="0" y="0"/>
            <a:chExt cx="4372610" cy="6379210"/>
          </a:xfrm>
        </p:grpSpPr>
        <p:sp>
          <p:nvSpPr>
            <p:cNvPr id="53" name="Freeform 53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6"/>
              <a:stretch>
                <a:fillRect t="-36610" b="-8222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5" name="Group 55"/>
          <p:cNvGrpSpPr>
            <a:grpSpLocks noChangeAspect="1"/>
          </p:cNvGrpSpPr>
          <p:nvPr/>
        </p:nvGrpSpPr>
        <p:grpSpPr>
          <a:xfrm>
            <a:off x="356486" y="143651"/>
            <a:ext cx="2139011" cy="2139003"/>
            <a:chOff x="0" y="0"/>
            <a:chExt cx="6350025" cy="6350000"/>
          </a:xfrm>
        </p:grpSpPr>
        <p:sp>
          <p:nvSpPr>
            <p:cNvPr id="56" name="Freeform 56"/>
            <p:cNvSpPr/>
            <p:nvPr/>
          </p:nvSpPr>
          <p:spPr>
            <a:xfrm flipH="1">
              <a:off x="0" y="0"/>
              <a:ext cx="6350026" cy="6350000"/>
            </a:xfrm>
            <a:custGeom>
              <a:avLst/>
              <a:gdLst/>
              <a:ahLst/>
              <a:cxnLst/>
              <a:rect l="l" t="t" r="r" b="b"/>
              <a:pathLst>
                <a:path w="6350026" h="6350000">
                  <a:moveTo>
                    <a:pt x="6350026" y="0"/>
                  </a:moveTo>
                  <a:lnTo>
                    <a:pt x="0" y="0"/>
                  </a:lnTo>
                  <a:lnTo>
                    <a:pt x="0" y="6350000"/>
                  </a:lnTo>
                  <a:lnTo>
                    <a:pt x="6350026" y="6350000"/>
                  </a:lnTo>
                  <a:close/>
                </a:path>
              </a:pathLst>
            </a:custGeom>
            <a:blipFill>
              <a:blip r:embed="rId17"/>
              <a:stretch>
                <a:fillRect t="-4570" b="-4570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57" name="reference_1">
            <a:extLst>
              <a:ext uri="{FF2B5EF4-FFF2-40B4-BE49-F238E27FC236}">
                <a16:creationId xmlns:a16="http://schemas.microsoft.com/office/drawing/2014/main" id="{2ADFE6FE-6F6A-9280-AA5D-5355E38E197E}"/>
              </a:ext>
            </a:extLst>
          </p:cNvPr>
          <p:cNvSpPr txBox="1"/>
          <p:nvPr/>
        </p:nvSpPr>
        <p:spPr>
          <a:xfrm>
            <a:off x="3195893" y="5651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8" name="reference_2">
            <a:extLst>
              <a:ext uri="{FF2B5EF4-FFF2-40B4-BE49-F238E27FC236}">
                <a16:creationId xmlns:a16="http://schemas.microsoft.com/office/drawing/2014/main" id="{4BCA3C79-C14F-E856-708F-707CD3A56493}"/>
              </a:ext>
            </a:extLst>
          </p:cNvPr>
          <p:cNvSpPr txBox="1"/>
          <p:nvPr/>
        </p:nvSpPr>
        <p:spPr>
          <a:xfrm>
            <a:off x="5229319" y="64897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9" name="reference_3">
            <a:extLst>
              <a:ext uri="{FF2B5EF4-FFF2-40B4-BE49-F238E27FC236}">
                <a16:creationId xmlns:a16="http://schemas.microsoft.com/office/drawing/2014/main" id="{C5730DDB-3A08-0CE1-E9DF-E9C5B4563976}"/>
              </a:ext>
            </a:extLst>
          </p:cNvPr>
          <p:cNvSpPr txBox="1"/>
          <p:nvPr/>
        </p:nvSpPr>
        <p:spPr>
          <a:xfrm>
            <a:off x="3272958" y="76326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60" name="reference_4">
            <a:extLst>
              <a:ext uri="{FF2B5EF4-FFF2-40B4-BE49-F238E27FC236}">
                <a16:creationId xmlns:a16="http://schemas.microsoft.com/office/drawing/2014/main" id="{38E465E7-B6FF-A34E-63E6-526DE3D30111}"/>
              </a:ext>
            </a:extLst>
          </p:cNvPr>
          <p:cNvSpPr txBox="1"/>
          <p:nvPr/>
        </p:nvSpPr>
        <p:spPr>
          <a:xfrm>
            <a:off x="5229319" y="85470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61" name="reference_5">
            <a:extLst>
              <a:ext uri="{FF2B5EF4-FFF2-40B4-BE49-F238E27FC236}">
                <a16:creationId xmlns:a16="http://schemas.microsoft.com/office/drawing/2014/main" id="{10E84D95-35B0-7BEC-6DCC-1B0B814C4C42}"/>
              </a:ext>
            </a:extLst>
          </p:cNvPr>
          <p:cNvSpPr txBox="1"/>
          <p:nvPr/>
        </p:nvSpPr>
        <p:spPr>
          <a:xfrm>
            <a:off x="3307406" y="9461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Office PowerPoint</Application>
  <PresentationFormat>Personnalisé</PresentationFormat>
  <Paragraphs>45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CV-HENNO JOHANN</dc:title>
  <cp:lastModifiedBy>Stephane BERTIN</cp:lastModifiedBy>
  <cp:revision>2</cp:revision>
  <dcterms:created xsi:type="dcterms:W3CDTF">2006-08-16T00:00:00Z</dcterms:created>
  <dcterms:modified xsi:type="dcterms:W3CDTF">2025-09-15T06:42:59Z</dcterms:modified>
  <dc:identifier>DAGhVLLAMDc</dc:identifier>
</cp:coreProperties>
</file>