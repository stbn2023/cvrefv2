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18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4B5EA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4B5EA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Emma VIVARES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30878"/>
            <a:ext cx="3539173" cy="65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38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Préparation au DE d’architecte </a:t>
            </a:r>
          </a:p>
          <a:p>
            <a:pPr algn="just">
              <a:lnSpc>
                <a:spcPts val="1738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cycle Master ENSAM</a:t>
            </a:r>
          </a:p>
          <a:p>
            <a:pPr marL="0" lvl="0" indent="0" algn="just">
              <a:lnSpc>
                <a:spcPts val="1738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06 47 8748 63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emmavivares@groupe-isoedre.fr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6297728" y="-73627"/>
            <a:ext cx="2482549" cy="2280080"/>
          </a:xfrm>
          <a:custGeom>
            <a:avLst/>
            <a:gdLst/>
            <a:ahLst/>
            <a:cxnLst/>
            <a:rect l="l" t="t" r="r" b="b"/>
            <a:pathLst>
              <a:path w="2482549" h="2280080">
                <a:moveTo>
                  <a:pt x="0" y="0"/>
                </a:moveTo>
                <a:lnTo>
                  <a:pt x="2482549" y="0"/>
                </a:lnTo>
                <a:lnTo>
                  <a:pt x="2482549" y="2280080"/>
                </a:lnTo>
                <a:lnTo>
                  <a:pt x="0" y="228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111558" r="-115368" b="-10029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AutoShape 12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3" name="Group 13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374519" y="4900132"/>
            <a:ext cx="2167050" cy="0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>
            <a:off x="3102798" y="5176207"/>
            <a:ext cx="4880928" cy="4762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44677" y="4819972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22415" y="4605293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949" y="0"/>
            <a:ext cx="994504" cy="558816"/>
          </a:xfrm>
          <a:custGeom>
            <a:avLst/>
            <a:gdLst/>
            <a:ahLst/>
            <a:cxnLst/>
            <a:rect l="l" t="t" r="r" b="b"/>
            <a:pathLst>
              <a:path w="994504" h="558816">
                <a:moveTo>
                  <a:pt x="0" y="0"/>
                </a:moveTo>
                <a:lnTo>
                  <a:pt x="994504" y="0"/>
                </a:lnTo>
                <a:lnTo>
                  <a:pt x="99450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422415" y="6385080"/>
            <a:ext cx="2192362" cy="1175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7"/>
              </a:lnSpc>
            </a:pPr>
            <a:r>
              <a:rPr lang="en-US" sz="1100" b="1" spc="2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     Logiciels </a:t>
            </a:r>
          </a:p>
          <a:p>
            <a:pPr algn="l">
              <a:lnSpc>
                <a:spcPts val="1287"/>
              </a:lnSpc>
            </a:pPr>
            <a:endParaRPr lang="en-US" sz="1100" b="1" spc="2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215901" lvl="1" indent="-107951" algn="l">
              <a:lnSpc>
                <a:spcPts val="117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Autocad </a:t>
            </a:r>
          </a:p>
          <a:p>
            <a:pPr marL="215901" lvl="1" indent="-107951" algn="l">
              <a:lnSpc>
                <a:spcPts val="117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Archicad </a:t>
            </a:r>
          </a:p>
          <a:p>
            <a:pPr marL="215901" lvl="1" indent="-107951" algn="l">
              <a:lnSpc>
                <a:spcPts val="117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Maquettes </a:t>
            </a:r>
          </a:p>
          <a:p>
            <a:pPr marL="215901" lvl="1" indent="-107951" algn="l">
              <a:lnSpc>
                <a:spcPts val="117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Croquis </a:t>
            </a:r>
          </a:p>
          <a:p>
            <a:pPr algn="l">
              <a:lnSpc>
                <a:spcPts val="117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7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6566" y="3137881"/>
            <a:ext cx="2625035" cy="88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2,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ARCHITECTURE Ensa Marseille 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 2021 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BACCALAURÉAT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GÉNÉRAL Mention Bien - Lycée Gardanne 2021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5513" y="4649699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01010" y="4879332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77921" y="3165161"/>
            <a:ext cx="4176746" cy="157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APPRENTISSAGE / Préparation au DE d’architecte </a:t>
            </a:r>
          </a:p>
          <a:p>
            <a:pPr algn="l">
              <a:lnSpc>
                <a:spcPts val="181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cycle Master ENSAM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Agence FA puis ISOEDRE - Depuis 2024</a:t>
            </a:r>
          </a:p>
          <a:p>
            <a:pPr marL="0" lvl="0" indent="0" algn="l">
              <a:lnSpc>
                <a:spcPts val="1819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81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STAGE CONSTRUCTION BOIS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 maison bois, Peypin 2023</a:t>
            </a: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d’une maison traditionnelle provençale </a:t>
            </a:r>
          </a:p>
          <a:p>
            <a:pPr marL="0" lvl="0" indent="0" algn="l">
              <a:lnSpc>
                <a:spcPts val="1819"/>
              </a:lnSpc>
            </a:pP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construction d’une extension de maison en structure bois</a:t>
            </a:r>
          </a:p>
          <a:p>
            <a:pPr algn="l">
              <a:lnSpc>
                <a:spcPts val="1819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35" name="Group 35"/>
          <p:cNvGrpSpPr>
            <a:grpSpLocks noChangeAspect="1"/>
          </p:cNvGrpSpPr>
          <p:nvPr/>
        </p:nvGrpSpPr>
        <p:grpSpPr>
          <a:xfrm rot="5400000">
            <a:off x="539595" y="-461438"/>
            <a:ext cx="2263242" cy="3301848"/>
            <a:chOff x="0" y="0"/>
            <a:chExt cx="4372610" cy="6379210"/>
          </a:xfrm>
        </p:grpSpPr>
        <p:sp>
          <p:nvSpPr>
            <p:cNvPr id="36" name="Freeform 36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37500" y="-617050"/>
            <a:ext cx="2382215" cy="3475419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29997" b="-8883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Freeform 41"/>
          <p:cNvSpPr/>
          <p:nvPr/>
        </p:nvSpPr>
        <p:spPr>
          <a:xfrm flipH="1">
            <a:off x="146548" y="-271041"/>
            <a:ext cx="2650535" cy="2562628"/>
          </a:xfrm>
          <a:custGeom>
            <a:avLst/>
            <a:gdLst/>
            <a:ahLst/>
            <a:cxnLst/>
            <a:rect l="l" t="t" r="r" b="b"/>
            <a:pathLst>
              <a:path w="2650535" h="2562628">
                <a:moveTo>
                  <a:pt x="2650534" y="0"/>
                </a:moveTo>
                <a:lnTo>
                  <a:pt x="0" y="0"/>
                </a:lnTo>
                <a:lnTo>
                  <a:pt x="0" y="2562628"/>
                </a:lnTo>
                <a:lnTo>
                  <a:pt x="2650534" y="2562628"/>
                </a:lnTo>
                <a:lnTo>
                  <a:pt x="2650534" y="0"/>
                </a:lnTo>
                <a:close/>
              </a:path>
            </a:pathLst>
          </a:custGeom>
          <a:blipFill>
            <a:blip r:embed="rId17"/>
            <a:stretch>
              <a:fillRect l="-11960" t="-5503" r="-7448" b="-5917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2" name="TextBox 42"/>
          <p:cNvSpPr txBox="1"/>
          <p:nvPr/>
        </p:nvSpPr>
        <p:spPr>
          <a:xfrm>
            <a:off x="452902" y="7598755"/>
            <a:ext cx="2192362" cy="58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7"/>
              </a:lnSpc>
            </a:pPr>
            <a:r>
              <a:rPr lang="en-US" sz="1100" b="1" spc="2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    Langues</a:t>
            </a:r>
          </a:p>
          <a:p>
            <a:pPr algn="l">
              <a:lnSpc>
                <a:spcPts val="1170"/>
              </a:lnSpc>
            </a:pPr>
            <a:endParaRPr lang="en-US" sz="1100" b="1" spc="2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215901" lvl="1" indent="-107951" algn="l">
              <a:lnSpc>
                <a:spcPts val="117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Anglais - C1 </a:t>
            </a:r>
          </a:p>
          <a:p>
            <a:pPr marL="215901" lvl="1" indent="-107951" algn="l">
              <a:lnSpc>
                <a:spcPts val="117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Allemand - B2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22415" y="5076345"/>
            <a:ext cx="216705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169"/>
              </a:lnSpc>
              <a:buFont typeface="Arial"/>
              <a:buChar char="•"/>
            </a:pPr>
            <a:r>
              <a:rPr lang="en-US" sz="999" spc="1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Conception architecturale  </a:t>
            </a:r>
          </a:p>
          <a:p>
            <a:pPr algn="l">
              <a:lnSpc>
                <a:spcPts val="1169"/>
              </a:lnSpc>
            </a:pPr>
            <a:endParaRPr lang="en-US" sz="999" spc="1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15899" lvl="1" indent="-107950" algn="l">
              <a:lnSpc>
                <a:spcPts val="1169"/>
              </a:lnSpc>
              <a:buFont typeface="Arial"/>
              <a:buChar char="•"/>
            </a:pPr>
            <a:r>
              <a:rPr lang="en-US" sz="999" spc="1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Approche réglementaire et technique </a:t>
            </a:r>
          </a:p>
          <a:p>
            <a:pPr algn="l">
              <a:lnSpc>
                <a:spcPts val="1169"/>
              </a:lnSpc>
            </a:pPr>
            <a:endParaRPr lang="en-US" sz="999" spc="1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15899" lvl="1" indent="-107950" algn="l">
              <a:lnSpc>
                <a:spcPts val="1169"/>
              </a:lnSpc>
              <a:buFont typeface="Arial"/>
              <a:buChar char="•"/>
            </a:pPr>
            <a:r>
              <a:rPr lang="en-US" sz="999" spc="1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 et coordination </a:t>
            </a:r>
          </a:p>
          <a:p>
            <a:pPr algn="l">
              <a:lnSpc>
                <a:spcPts val="1169"/>
              </a:lnSpc>
            </a:pPr>
            <a:endParaRPr lang="en-US" sz="999" spc="1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323C966E-A6EA-9461-0CDA-43C3B0BF0F0D}"/>
              </a:ext>
            </a:extLst>
          </p:cNvPr>
          <p:cNvSpPr txBox="1"/>
          <p:nvPr/>
        </p:nvSpPr>
        <p:spPr>
          <a:xfrm>
            <a:off x="3141606" y="5501486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38846E13-AEB8-D9F3-7251-0060CFADB158}"/>
              </a:ext>
            </a:extLst>
          </p:cNvPr>
          <p:cNvSpPr txBox="1"/>
          <p:nvPr/>
        </p:nvSpPr>
        <p:spPr>
          <a:xfrm>
            <a:off x="5175032" y="6339686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F8F2F5BC-44E5-DD1D-5FBA-8B65A3D314B8}"/>
              </a:ext>
            </a:extLst>
          </p:cNvPr>
          <p:cNvSpPr txBox="1"/>
          <p:nvPr/>
        </p:nvSpPr>
        <p:spPr>
          <a:xfrm>
            <a:off x="3218671" y="7482605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93CD91EE-60F2-08ED-D44B-1F42E736B33C}"/>
              </a:ext>
            </a:extLst>
          </p:cNvPr>
          <p:cNvSpPr txBox="1"/>
          <p:nvPr/>
        </p:nvSpPr>
        <p:spPr>
          <a:xfrm>
            <a:off x="5175032" y="8397005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81C4725A-5EE5-C3B6-7F7F-4D42D76BE3C6}"/>
              </a:ext>
            </a:extLst>
          </p:cNvPr>
          <p:cNvSpPr txBox="1"/>
          <p:nvPr/>
        </p:nvSpPr>
        <p:spPr>
          <a:xfrm>
            <a:off x="3253119" y="9311405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Personnalisé</PresentationFormat>
  <Paragraphs>54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ARCHITECTURE CV-VIVARES EMMA</dc:title>
  <cp:lastModifiedBy>Stephane BERTIN</cp:lastModifiedBy>
  <cp:revision>2</cp:revision>
  <dcterms:created xsi:type="dcterms:W3CDTF">2006-08-16T00:00:00Z</dcterms:created>
  <dcterms:modified xsi:type="dcterms:W3CDTF">2025-09-15T06:36:59Z</dcterms:modified>
  <dc:identifier>DAGhaglbUl8</dc:identifier>
</cp:coreProperties>
</file>