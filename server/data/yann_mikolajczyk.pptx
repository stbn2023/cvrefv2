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svg"/><Relationship Id="rId15" Type="http://schemas.openxmlformats.org/officeDocument/2006/relationships/image" Target="../media/image14.jpeg"/><Relationship Id="rId10" Type="http://schemas.openxmlformats.org/officeDocument/2006/relationships/image" Target="../media/image9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Yann MIKOLAJCZYK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30878"/>
            <a:ext cx="3539173" cy="418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1724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Responsable études structures ingénieur CNAM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07 87 07 47 62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81128" y="1923020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yannmikolajczyk@groupe-isoedre.fr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>
              <a:off x="12700" y="16510"/>
              <a:ext cx="4347210" cy="6350000"/>
            </a:xfrm>
            <a:custGeom>
              <a:avLst/>
              <a:gdLst/>
              <a:ahLst/>
              <a:cxnLst/>
              <a:rect l="l" t="t" r="r" b="b"/>
              <a:pathLst>
                <a:path w="4347210" h="6350000">
                  <a:moveTo>
                    <a:pt x="4347210" y="0"/>
                  </a:moveTo>
                  <a:lnTo>
                    <a:pt x="0" y="1079500"/>
                  </a:lnTo>
                  <a:lnTo>
                    <a:pt x="0" y="6350000"/>
                  </a:lnTo>
                  <a:lnTo>
                    <a:pt x="4347210" y="6350000"/>
                  </a:lnTo>
                  <a:lnTo>
                    <a:pt x="434721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56192" y="7727641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088553" y="6046342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30432" y="5690107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6" y="0"/>
                </a:lnTo>
                <a:lnTo>
                  <a:pt x="244486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386200" y="7404485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386200" y="7843004"/>
            <a:ext cx="2230014" cy="21304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 Structures</a:t>
            </a:r>
          </a:p>
          <a:p>
            <a:pPr algn="l">
              <a:lnSpc>
                <a:spcPts val="1040"/>
              </a:lnSpc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Dimensionnements et justifications structurelles bois – métal - béton armé et mixte métal/béton armé...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Mécanique des sols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Maîtrise d’œuvre complète des projets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Calculs sismiques de structures complexes. 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Économie de la construction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Encadrement équipes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85746" y="3160399"/>
            <a:ext cx="2491956" cy="39202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SCAN Structures </a:t>
            </a:r>
          </a:p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   MDS - 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2023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Diplôme d’ingénieur C.N.A.M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2022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EUROCODE 2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ISBA TP - 2013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EUROCADES 0 &amp; 1 / RT 2012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IPTIC - 2013 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Pathologie des revêtements d’étanchéité sur toitures terrasses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SARETEC INSTITUT 2011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bâtiment basse consommation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URBAT - 2011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en VEFA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URBAT - 2011 </a:t>
            </a:r>
          </a:p>
          <a:p>
            <a:pPr marL="215899" lvl="1" indent="-107950" algn="l">
              <a:lnSpc>
                <a:spcPts val="1756"/>
              </a:lnSpc>
              <a:buFont typeface="Arial"/>
              <a:buChar char="•"/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Licence d’architecture</a:t>
            </a:r>
            <a:r>
              <a:rPr lang="en-US" sz="999" spc="4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ENSAM 2005 </a:t>
            </a:r>
          </a:p>
          <a:p>
            <a:pPr algn="l">
              <a:lnSpc>
                <a:spcPts val="1756"/>
              </a:lnSpc>
            </a:pPr>
            <a:endParaRPr lang="en-US" sz="999" spc="4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4" name="TextBox 34"/>
          <p:cNvSpPr txBox="1"/>
          <p:nvPr/>
        </p:nvSpPr>
        <p:spPr>
          <a:xfrm>
            <a:off x="825855" y="7430766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86765" y="5749467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30573" y="3117536"/>
            <a:ext cx="4095389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Responsable études structures ingénieur CNAM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 Depuis 2023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143573" y="3555686"/>
            <a:ext cx="404614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 STRUCTURE / DESSINATEUR PROJETEUR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Bureau d’étude structure IGC - 2016 à 2022</a:t>
            </a:r>
          </a:p>
        </p:txBody>
      </p:sp>
      <p:grpSp>
        <p:nvGrpSpPr>
          <p:cNvPr id="44" name="Group 44"/>
          <p:cNvGrpSpPr>
            <a:grpSpLocks noChangeAspect="1"/>
          </p:cNvGrpSpPr>
          <p:nvPr/>
        </p:nvGrpSpPr>
        <p:grpSpPr>
          <a:xfrm rot="5400000">
            <a:off x="451769" y="-568510"/>
            <a:ext cx="2383530" cy="3477336"/>
            <a:chOff x="0" y="0"/>
            <a:chExt cx="4372610" cy="6379210"/>
          </a:xfrm>
        </p:grpSpPr>
        <p:sp>
          <p:nvSpPr>
            <p:cNvPr id="45" name="Freeform 45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16"/>
              <a:stretch>
                <a:fillRect t="-28050" b="-90782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3134052" y="3968271"/>
            <a:ext cx="404614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MAITRE D OEUVRE / ECONOMISTE DE LA CONSTRUCTION / CALCULATEUR 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CEMO INGENIERIE - 2012 à 2016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134052" y="4495156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INSPECTEUR DE TRAVAUX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URBAT - 2010 à 2012 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134052" y="4731587"/>
            <a:ext cx="4046146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SURVEILLANT DE TRAVAUX / ECONOMISTE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/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COLLABORATEUR POLYVALENT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 - Barrant et corpelet architecture - 2008 à 2010 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130573" y="5172747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DESSINATEUR PROJETEUR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 - BEG Thurotte - 2005 à 2008</a:t>
            </a:r>
          </a:p>
        </p:txBody>
      </p:sp>
      <p:sp>
        <p:nvSpPr>
          <p:cNvPr id="52" name="reference_1">
            <a:extLst>
              <a:ext uri="{FF2B5EF4-FFF2-40B4-BE49-F238E27FC236}">
                <a16:creationId xmlns:a16="http://schemas.microsoft.com/office/drawing/2014/main" id="{6E3FE666-01A3-4B44-BECA-B401E2D6F3AD}"/>
              </a:ext>
            </a:extLst>
          </p:cNvPr>
          <p:cNvSpPr txBox="1"/>
          <p:nvPr/>
        </p:nvSpPr>
        <p:spPr>
          <a:xfrm>
            <a:off x="3195893" y="59563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2">
            <a:extLst>
              <a:ext uri="{FF2B5EF4-FFF2-40B4-BE49-F238E27FC236}">
                <a16:creationId xmlns:a16="http://schemas.microsoft.com/office/drawing/2014/main" id="{6F671E73-D11F-ED38-DEEC-E0A4A780BDD1}"/>
              </a:ext>
            </a:extLst>
          </p:cNvPr>
          <p:cNvSpPr txBox="1"/>
          <p:nvPr/>
        </p:nvSpPr>
        <p:spPr>
          <a:xfrm>
            <a:off x="5229319" y="67945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3">
            <a:extLst>
              <a:ext uri="{FF2B5EF4-FFF2-40B4-BE49-F238E27FC236}">
                <a16:creationId xmlns:a16="http://schemas.microsoft.com/office/drawing/2014/main" id="{69EA2578-1F9B-DC4A-F94C-77AC88E22869}"/>
              </a:ext>
            </a:extLst>
          </p:cNvPr>
          <p:cNvSpPr txBox="1"/>
          <p:nvPr/>
        </p:nvSpPr>
        <p:spPr>
          <a:xfrm>
            <a:off x="3272958" y="79374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5" name="reference_4">
            <a:extLst>
              <a:ext uri="{FF2B5EF4-FFF2-40B4-BE49-F238E27FC236}">
                <a16:creationId xmlns:a16="http://schemas.microsoft.com/office/drawing/2014/main" id="{BFAFC37A-577A-173B-1A54-B471541EF642}"/>
              </a:ext>
            </a:extLst>
          </p:cNvPr>
          <p:cNvSpPr txBox="1"/>
          <p:nvPr/>
        </p:nvSpPr>
        <p:spPr>
          <a:xfrm>
            <a:off x="5229319" y="8851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6" name="reference_5">
            <a:extLst>
              <a:ext uri="{FF2B5EF4-FFF2-40B4-BE49-F238E27FC236}">
                <a16:creationId xmlns:a16="http://schemas.microsoft.com/office/drawing/2014/main" id="{1ACA815B-6F36-6AC1-4E1B-8A4E0F45F997}"/>
              </a:ext>
            </a:extLst>
          </p:cNvPr>
          <p:cNvSpPr txBox="1"/>
          <p:nvPr/>
        </p:nvSpPr>
        <p:spPr>
          <a:xfrm>
            <a:off x="3307406" y="9766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398</Words>
  <Application>Microsoft Office PowerPoint</Application>
  <PresentationFormat>Personnalisé</PresentationFormat>
  <Paragraphs>55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</vt:lpstr>
      <vt:lpstr>Glacial Indifference Bold</vt:lpstr>
      <vt:lpstr>Calibri</vt:lpstr>
      <vt:lpstr>Arial</vt:lpstr>
      <vt:lpstr>Century Gothic Paneuropean Bold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CV-MIKOLAJCZYK YANN</dc:title>
  <dc:creator>Admin</dc:creator>
  <cp:lastModifiedBy>Stephane BERTIN</cp:lastModifiedBy>
  <cp:revision>2</cp:revision>
  <dcterms:created xsi:type="dcterms:W3CDTF">2006-08-16T00:00:00Z</dcterms:created>
  <dcterms:modified xsi:type="dcterms:W3CDTF">2025-09-18T13:27:31Z</dcterms:modified>
  <dc:identifier>DAGgT9USOL8</dc:identifier>
</cp:coreProperties>
</file>