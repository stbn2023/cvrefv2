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Chloé TAUPIN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Chargée d’affaires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Ingénieure Thermique/CVC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06 30 12 71 44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chloetaupin@groupe-isoedre.fr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285746" y="597504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21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315754" y="565188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746" y="3160399"/>
            <a:ext cx="2491956" cy="216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Master Défis énergétiques et Réponses Durables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Mention Très Bien | 2017 | Aix-Marseille Université 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Chimie - Biologie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Mention Assez Bien | 2015 | Université Joseph Fourier (Grenoble I) 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55409" y="5678166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18599" y="3241361"/>
            <a:ext cx="4095389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CHARGEE D’AFFAIRES/ INGENIEURE THERMIQUE/CVC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 Depuis 2025</a:t>
            </a:r>
          </a:p>
        </p:txBody>
      </p:sp>
      <p:grpSp>
        <p:nvGrpSpPr>
          <p:cNvPr id="31" name="Group 31"/>
          <p:cNvGrpSpPr>
            <a:grpSpLocks noChangeAspect="1"/>
          </p:cNvGrpSpPr>
          <p:nvPr/>
        </p:nvGrpSpPr>
        <p:grpSpPr>
          <a:xfrm rot="5400000">
            <a:off x="319590" y="-676057"/>
            <a:ext cx="2478120" cy="3615334"/>
            <a:chOff x="0" y="0"/>
            <a:chExt cx="4372610" cy="6379210"/>
          </a:xfrm>
        </p:grpSpPr>
        <p:sp>
          <p:nvSpPr>
            <p:cNvPr id="32" name="Freeform 32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4"/>
              <a:stretch>
                <a:fillRect t="-37281" b="-8155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 rot="5400000">
            <a:off x="469025" y="-540718"/>
            <a:ext cx="2356573" cy="3438010"/>
            <a:chOff x="0" y="0"/>
            <a:chExt cx="4372610" cy="6379210"/>
          </a:xfrm>
        </p:grpSpPr>
        <p:sp>
          <p:nvSpPr>
            <p:cNvPr id="35" name="Freeform 35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5"/>
              <a:stretch>
                <a:fillRect t="-4434" b="-9032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232879" y="3758721"/>
            <a:ext cx="4095389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TECHNICIENNE ENERGIE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ERILIA - 2020 à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232879" y="4095106"/>
            <a:ext cx="4095389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INGENIEURE CVC -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BET LABO - 2017 à 2020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2879" y="4414892"/>
            <a:ext cx="4095389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ingénierie méthodes énergie -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VEOLIA - 2017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92720" y="6208404"/>
            <a:ext cx="2668880" cy="348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des systèmes CVC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et dimensionnement thermique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Connaissance des normes et réglementations 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Compétences en chiffrage et devis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des relations clients 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des logiciels spécialisés </a:t>
            </a:r>
          </a:p>
          <a:p>
            <a:pPr marL="237489" lvl="1" indent="-118744" algn="l">
              <a:lnSpc>
                <a:spcPts val="1770"/>
              </a:lnSpc>
              <a:buFont typeface="Arial"/>
              <a:buChar char="•"/>
            </a:pPr>
            <a:r>
              <a:rPr lang="en-US" sz="1099" spc="2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Veille technologique et réglementaire – Suivi des innovations dans le domaine thermique/CVC et adaptation aux évolutions techniques et législatives.</a:t>
            </a:r>
          </a:p>
        </p:txBody>
      </p:sp>
      <p:sp>
        <p:nvSpPr>
          <p:cNvPr id="42" name="AutoShape 42"/>
          <p:cNvSpPr/>
          <p:nvPr/>
        </p:nvSpPr>
        <p:spPr>
          <a:xfrm>
            <a:off x="3164033" y="5195689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3" name="Freeform 43"/>
          <p:cNvSpPr/>
          <p:nvPr/>
        </p:nvSpPr>
        <p:spPr>
          <a:xfrm>
            <a:off x="3805912" y="4839454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4" name="TextBox 44"/>
          <p:cNvSpPr txBox="1"/>
          <p:nvPr/>
        </p:nvSpPr>
        <p:spPr>
          <a:xfrm>
            <a:off x="4362245" y="4898813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47" name="reference_1">
            <a:extLst>
              <a:ext uri="{FF2B5EF4-FFF2-40B4-BE49-F238E27FC236}">
                <a16:creationId xmlns:a16="http://schemas.microsoft.com/office/drawing/2014/main" id="{DF32A757-30A3-B03E-618F-E9CE20F4A510}"/>
              </a:ext>
            </a:extLst>
          </p:cNvPr>
          <p:cNvSpPr txBox="1"/>
          <p:nvPr/>
        </p:nvSpPr>
        <p:spPr>
          <a:xfrm>
            <a:off x="3156433" y="562528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8" name="reference_2">
            <a:extLst>
              <a:ext uri="{FF2B5EF4-FFF2-40B4-BE49-F238E27FC236}">
                <a16:creationId xmlns:a16="http://schemas.microsoft.com/office/drawing/2014/main" id="{AF33CAA5-C329-F9EA-B718-5A0018540B1B}"/>
              </a:ext>
            </a:extLst>
          </p:cNvPr>
          <p:cNvSpPr txBox="1"/>
          <p:nvPr/>
        </p:nvSpPr>
        <p:spPr>
          <a:xfrm>
            <a:off x="5189859" y="6463487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3">
            <a:extLst>
              <a:ext uri="{FF2B5EF4-FFF2-40B4-BE49-F238E27FC236}">
                <a16:creationId xmlns:a16="http://schemas.microsoft.com/office/drawing/2014/main" id="{E6565DC4-3A83-2FC8-4CD6-6E729CE9E14C}"/>
              </a:ext>
            </a:extLst>
          </p:cNvPr>
          <p:cNvSpPr txBox="1"/>
          <p:nvPr/>
        </p:nvSpPr>
        <p:spPr>
          <a:xfrm>
            <a:off x="3233498" y="760640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4">
            <a:extLst>
              <a:ext uri="{FF2B5EF4-FFF2-40B4-BE49-F238E27FC236}">
                <a16:creationId xmlns:a16="http://schemas.microsoft.com/office/drawing/2014/main" id="{B34E49AD-30C2-8801-7CB9-855AD41E0189}"/>
              </a:ext>
            </a:extLst>
          </p:cNvPr>
          <p:cNvSpPr txBox="1"/>
          <p:nvPr/>
        </p:nvSpPr>
        <p:spPr>
          <a:xfrm>
            <a:off x="5189859" y="852080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5">
            <a:extLst>
              <a:ext uri="{FF2B5EF4-FFF2-40B4-BE49-F238E27FC236}">
                <a16:creationId xmlns:a16="http://schemas.microsoft.com/office/drawing/2014/main" id="{18F2654B-1176-CA88-C6E1-6F53E0DEE964}"/>
              </a:ext>
            </a:extLst>
          </p:cNvPr>
          <p:cNvSpPr txBox="1"/>
          <p:nvPr/>
        </p:nvSpPr>
        <p:spPr>
          <a:xfrm>
            <a:off x="3267946" y="9435206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Personnalisé</PresentationFormat>
  <Paragraphs>45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CV-TAUPIN CHLOE</dc:title>
  <cp:lastModifiedBy>Stephane BERTIN</cp:lastModifiedBy>
  <cp:revision>2</cp:revision>
  <dcterms:created xsi:type="dcterms:W3CDTF">2006-08-16T00:00:00Z</dcterms:created>
  <dcterms:modified xsi:type="dcterms:W3CDTF">2025-09-15T06:31:28Z</dcterms:modified>
  <dc:identifier>DAGgY1aeGKI</dc:identifier>
</cp:coreProperties>
</file>