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4B5EAB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4B5EA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Nicolas DINJEART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Architecte HMONP </a:t>
            </a:r>
          </a:p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60016" y="1572482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07 52 04 76 50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nicolasdinjeart@groupe-isoedre.fr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6297728" y="-73627"/>
            <a:ext cx="2482549" cy="2280080"/>
          </a:xfrm>
          <a:custGeom>
            <a:avLst/>
            <a:gdLst/>
            <a:ahLst/>
            <a:cxnLst/>
            <a:rect l="l" t="t" r="r" b="b"/>
            <a:pathLst>
              <a:path w="2482549" h="2280080">
                <a:moveTo>
                  <a:pt x="0" y="0"/>
                </a:moveTo>
                <a:lnTo>
                  <a:pt x="2482549" y="0"/>
                </a:lnTo>
                <a:lnTo>
                  <a:pt x="2482549" y="2280080"/>
                </a:lnTo>
                <a:lnTo>
                  <a:pt x="0" y="228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111558" r="-115368" b="-10029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AutoShape 12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3" name="Group 13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289337" y="5452377"/>
            <a:ext cx="2167050" cy="0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>
            <a:off x="3101557" y="5906374"/>
            <a:ext cx="4880928" cy="4762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4B5EA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43437" y="5550139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5" y="0"/>
                </a:lnTo>
                <a:lnTo>
                  <a:pt x="244485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37233" y="5157538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2"/>
                </a:lnTo>
                <a:lnTo>
                  <a:pt x="0" y="2609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949" y="0"/>
            <a:ext cx="994504" cy="558816"/>
          </a:xfrm>
          <a:custGeom>
            <a:avLst/>
            <a:gdLst/>
            <a:ahLst/>
            <a:cxnLst/>
            <a:rect l="l" t="t" r="r" b="b"/>
            <a:pathLst>
              <a:path w="994504" h="558816">
                <a:moveTo>
                  <a:pt x="0" y="0"/>
                </a:moveTo>
                <a:lnTo>
                  <a:pt x="994504" y="0"/>
                </a:lnTo>
                <a:lnTo>
                  <a:pt x="99450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9337" y="3198499"/>
            <a:ext cx="2434310" cy="158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Obtention de l’Habilitation à la maîtrise en son nom propre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2023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d’Etat d’Architecture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l’ENSA Paris, Malaquais - 2017 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d’études en architecture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l’ESA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0330" y="5201944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99769" y="560949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3" name="Group 33"/>
          <p:cNvGrpSpPr>
            <a:grpSpLocks noChangeAspect="1"/>
          </p:cNvGrpSpPr>
          <p:nvPr/>
        </p:nvGrpSpPr>
        <p:grpSpPr>
          <a:xfrm rot="5400000">
            <a:off x="435463" y="-596795"/>
            <a:ext cx="2373338" cy="3462467"/>
            <a:chOff x="0" y="0"/>
            <a:chExt cx="4372610" cy="6379210"/>
          </a:xfrm>
        </p:grpSpPr>
        <p:sp>
          <p:nvSpPr>
            <p:cNvPr id="34" name="Freeform 34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29997" b="-8883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177982" y="3279461"/>
            <a:ext cx="4299683" cy="1946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799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ARCHITECTE HMONP / Chargé d’affaires </a:t>
            </a:r>
            <a:r>
              <a:rPr lang="en-US" sz="799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</a:t>
            </a:r>
          </a:p>
          <a:p>
            <a:pPr algn="l">
              <a:lnSpc>
                <a:spcPts val="1405"/>
              </a:lnSpc>
            </a:pPr>
            <a:endParaRPr lang="en-US" sz="799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799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DE PROEJT  -</a:t>
            </a:r>
            <a:r>
              <a:rPr lang="en-US" sz="799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Agence FA puis ISOEDRE - 2022 à 2025 </a:t>
            </a:r>
          </a:p>
          <a:p>
            <a:pPr algn="l">
              <a:lnSpc>
                <a:spcPts val="1405"/>
              </a:lnSpc>
            </a:pPr>
            <a:endParaRPr lang="en-US" sz="799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799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DE PROJET </a:t>
            </a:r>
            <a:r>
              <a:rPr lang="en-US" sz="799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Agence Tukana Architecture, Neuilly-sur-Seine - 2020</a:t>
            </a:r>
          </a:p>
          <a:p>
            <a:pPr algn="l">
              <a:lnSpc>
                <a:spcPts val="1405"/>
              </a:lnSpc>
            </a:pPr>
            <a:endParaRPr lang="en-US" sz="799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799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DE PROJET</a:t>
            </a:r>
            <a:r>
              <a:rPr lang="en-US" sz="799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Agence Jean Paul Viguier et Associes, Paris - 2017</a:t>
            </a:r>
          </a:p>
          <a:p>
            <a:pPr algn="l">
              <a:lnSpc>
                <a:spcPts val="1405"/>
              </a:lnSpc>
            </a:pPr>
            <a:r>
              <a:rPr lang="en-US" sz="799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</a:p>
          <a:p>
            <a:pPr algn="l">
              <a:lnSpc>
                <a:spcPts val="1405"/>
              </a:lnSpc>
            </a:pPr>
            <a:r>
              <a:rPr lang="en-US" sz="799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 </a:t>
            </a:r>
            <a:r>
              <a:rPr lang="en-US" sz="799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Agence Edenium, Paris - 2015 </a:t>
            </a:r>
          </a:p>
          <a:p>
            <a:pPr algn="l">
              <a:lnSpc>
                <a:spcPts val="1405"/>
              </a:lnSpc>
            </a:pPr>
            <a:endParaRPr lang="en-US" sz="799" spc="37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05"/>
              </a:lnSpc>
            </a:pPr>
            <a:r>
              <a:rPr lang="en-US" sz="799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 </a:t>
            </a:r>
            <a:r>
              <a:rPr lang="en-US" sz="799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Architecture Pelegrin, Paris  - 2014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2108" y="5795709"/>
            <a:ext cx="1974793" cy="285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 architectural</a:t>
            </a:r>
          </a:p>
          <a:p>
            <a:pPr algn="l">
              <a:lnSpc>
                <a:spcPts val="1559"/>
              </a:lnSpc>
            </a:pPr>
            <a:endParaRPr lang="en-US" sz="1299" spc="3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des chantiers et coordination</a:t>
            </a:r>
          </a:p>
          <a:p>
            <a:pPr algn="l">
              <a:lnSpc>
                <a:spcPts val="1559"/>
              </a:lnSpc>
            </a:pPr>
            <a:endParaRPr lang="en-US" sz="1299" spc="3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Réponse aux appels d’offres</a:t>
            </a:r>
          </a:p>
          <a:p>
            <a:pPr algn="l">
              <a:lnSpc>
                <a:spcPts val="1559"/>
              </a:lnSpc>
            </a:pPr>
            <a:endParaRPr lang="en-US" sz="1299" spc="3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Conception et modélisation 3D</a:t>
            </a:r>
          </a:p>
          <a:p>
            <a:pPr algn="l">
              <a:lnSpc>
                <a:spcPts val="1559"/>
              </a:lnSpc>
            </a:pPr>
            <a:endParaRPr lang="en-US" sz="1299" spc="38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marL="280668" lvl="1" indent="-140334" algn="l">
              <a:lnSpc>
                <a:spcPts val="1559"/>
              </a:lnSpc>
              <a:buFont typeface="Arial"/>
              <a:buChar char="•"/>
            </a:pPr>
            <a:r>
              <a:rPr lang="en-US" sz="1299" spc="38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Veille réglementaire et normative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Personnalisé</PresentationFormat>
  <Paragraphs>34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ARCHITECTURE CV-DINJEART NICOLAS </dc:title>
  <cp:lastModifiedBy>Stephane BERTIN</cp:lastModifiedBy>
  <cp:revision>2</cp:revision>
  <dcterms:created xsi:type="dcterms:W3CDTF">2006-08-16T00:00:00Z</dcterms:created>
  <dcterms:modified xsi:type="dcterms:W3CDTF">2025-09-15T06:46:58Z</dcterms:modified>
  <dc:identifier>DAGhsXDPOK8</dc:identifier>
</cp:coreProperties>
</file>