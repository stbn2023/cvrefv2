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Chemsdine GHARSSALI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191744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06 68 01 36 45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chemsdinegharssali@groupe-isoedre.fr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263319" y="6104518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219072" y="533647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60951" y="498024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293326" y="5781362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63319" y="6348416"/>
            <a:ext cx="2391503" cy="383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 </a:t>
            </a:r>
          </a:p>
          <a:p>
            <a:pPr algn="l">
              <a:lnSpc>
                <a:spcPts val="121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Estimation financière TCE des projets de la phase ESQ à la phase DCE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administratifs et techniques tous corps d’état.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Constitution des dossiers d’appel d’offre.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plans.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Constitution de dossiers de marchés de travaux.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travaux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2982" y="5807643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17284" y="503960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3319" y="3203261"/>
            <a:ext cx="2577249" cy="214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Économiste de la construction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- 2024</a:t>
            </a:r>
          </a:p>
          <a:p>
            <a:pPr algn="l">
              <a:lnSpc>
                <a:spcPts val="249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Comptabilité gestion des organisations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- 2016 </a:t>
            </a:r>
          </a:p>
          <a:p>
            <a:pPr algn="l">
              <a:lnSpc>
                <a:spcPts val="249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 Technologique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: STMG 2016 </a:t>
            </a:r>
          </a:p>
          <a:p>
            <a:pPr algn="l">
              <a:lnSpc>
                <a:spcPts val="249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E1 Etancheur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- 2020 </a:t>
            </a:r>
          </a:p>
          <a:p>
            <a:pPr algn="l">
              <a:lnSpc>
                <a:spcPts val="249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travail en hauteur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- 2020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72190" y="3341308"/>
            <a:ext cx="4188207" cy="98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BEIE puis ISOEDRE - Depuis 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DE CHANTIER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SUD EST ETANCHEITE - 2019 à 2023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  <a:p>
            <a:pPr algn="l">
              <a:lnSpc>
                <a:spcPts val="1581"/>
              </a:lnSpc>
            </a:pPr>
            <a:endParaRPr lang="en-US" sz="900" b="1" spc="4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comptable polyvalent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AMC PACA - 2017 à 2019 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-109102" y="-89453"/>
            <a:ext cx="3475419" cy="2410560"/>
            <a:chOff x="0" y="0"/>
            <a:chExt cx="4633891" cy="3214080"/>
          </a:xfrm>
        </p:grpSpPr>
        <p:grpSp>
          <p:nvGrpSpPr>
            <p:cNvPr id="36" name="Group 36"/>
            <p:cNvGrpSpPr>
              <a:grpSpLocks noChangeAspect="1"/>
            </p:cNvGrpSpPr>
            <p:nvPr/>
          </p:nvGrpSpPr>
          <p:grpSpPr>
            <a:xfrm rot="5400000">
              <a:off x="814331" y="-612120"/>
              <a:ext cx="3103321" cy="4527442"/>
              <a:chOff x="0" y="0"/>
              <a:chExt cx="4372610" cy="63792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2700" y="16510"/>
                <a:ext cx="434721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47210" h="6350000">
                    <a:moveTo>
                      <a:pt x="4347210" y="0"/>
                    </a:moveTo>
                    <a:lnTo>
                      <a:pt x="0" y="1079500"/>
                    </a:lnTo>
                    <a:lnTo>
                      <a:pt x="0" y="6350000"/>
                    </a:lnTo>
                    <a:lnTo>
                      <a:pt x="4347210" y="6350000"/>
                    </a:lnTo>
                    <a:lnTo>
                      <a:pt x="434721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0" y="0"/>
                <a:ext cx="437261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4372610" h="6379210">
                    <a:moveTo>
                      <a:pt x="4372610" y="6379210"/>
                    </a:moveTo>
                    <a:lnTo>
                      <a:pt x="0" y="6379210"/>
                    </a:lnTo>
                    <a:lnTo>
                      <a:pt x="0" y="1085850"/>
                    </a:lnTo>
                    <a:lnTo>
                      <a:pt x="4372610" y="0"/>
                    </a:lnTo>
                    <a:lnTo>
                      <a:pt x="4372610" y="6379210"/>
                    </a:lnTo>
                    <a:close/>
                    <a:moveTo>
                      <a:pt x="25400" y="6353810"/>
                    </a:moveTo>
                    <a:lnTo>
                      <a:pt x="4347210" y="6353810"/>
                    </a:lnTo>
                    <a:lnTo>
                      <a:pt x="4347210" y="33020"/>
                    </a:lnTo>
                    <a:lnTo>
                      <a:pt x="25400" y="1106170"/>
                    </a:lnTo>
                    <a:lnTo>
                      <a:pt x="25400" y="63538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9" name="Group 39"/>
            <p:cNvGrpSpPr>
              <a:grpSpLocks noChangeAspect="1"/>
            </p:cNvGrpSpPr>
            <p:nvPr/>
          </p:nvGrpSpPr>
          <p:grpSpPr>
            <a:xfrm rot="5400000">
              <a:off x="770901" y="-648910"/>
              <a:ext cx="3142045" cy="4583936"/>
              <a:chOff x="0" y="0"/>
              <a:chExt cx="4372610" cy="6379210"/>
            </a:xfrm>
          </p:grpSpPr>
          <p:sp>
            <p:nvSpPr>
              <p:cNvPr id="40" name="Freeform 40"/>
              <p:cNvSpPr/>
              <p:nvPr/>
            </p:nvSpPr>
            <p:spPr>
              <a:xfrm rot="-5400000">
                <a:off x="-988695" y="1017905"/>
                <a:ext cx="6350000" cy="434721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4347210">
                    <a:moveTo>
                      <a:pt x="6350000" y="4347210"/>
                    </a:moveTo>
                    <a:lnTo>
                      <a:pt x="5270500" y="0"/>
                    </a:lnTo>
                    <a:lnTo>
                      <a:pt x="0" y="0"/>
                    </a:lnTo>
                    <a:lnTo>
                      <a:pt x="0" y="4347210"/>
                    </a:lnTo>
                    <a:lnTo>
                      <a:pt x="6350000" y="4347210"/>
                    </a:lnTo>
                    <a:close/>
                  </a:path>
                </a:pathLst>
              </a:custGeom>
              <a:blipFill>
                <a:blip r:embed="rId16"/>
                <a:stretch>
                  <a:fillRect t="-36610" b="-82221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0" y="0"/>
                <a:ext cx="437261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4372610" h="6379210">
                    <a:moveTo>
                      <a:pt x="4372610" y="6379210"/>
                    </a:moveTo>
                    <a:lnTo>
                      <a:pt x="0" y="6379210"/>
                    </a:lnTo>
                    <a:lnTo>
                      <a:pt x="0" y="1085850"/>
                    </a:lnTo>
                    <a:lnTo>
                      <a:pt x="4372610" y="0"/>
                    </a:lnTo>
                    <a:lnTo>
                      <a:pt x="4372610" y="6379210"/>
                    </a:lnTo>
                    <a:close/>
                    <a:moveTo>
                      <a:pt x="25400" y="6353810"/>
                    </a:moveTo>
                    <a:lnTo>
                      <a:pt x="4347210" y="6353810"/>
                    </a:lnTo>
                    <a:lnTo>
                      <a:pt x="4347210" y="33020"/>
                    </a:lnTo>
                    <a:lnTo>
                      <a:pt x="25400" y="1106170"/>
                    </a:lnTo>
                    <a:lnTo>
                      <a:pt x="25400" y="63538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0" y="0"/>
              <a:ext cx="4605037" cy="3192736"/>
            </a:xfrm>
            <a:custGeom>
              <a:avLst/>
              <a:gdLst/>
              <a:ahLst/>
              <a:cxnLst/>
              <a:rect l="l" t="t" r="r" b="b"/>
              <a:pathLst>
                <a:path w="4605037" h="3192736">
                  <a:moveTo>
                    <a:pt x="0" y="0"/>
                  </a:moveTo>
                  <a:lnTo>
                    <a:pt x="4605037" y="0"/>
                  </a:lnTo>
                  <a:lnTo>
                    <a:pt x="4605037" y="3192736"/>
                  </a:lnTo>
                  <a:lnTo>
                    <a:pt x="0" y="319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679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8" name="reference_1">
            <a:extLst>
              <a:ext uri="{FF2B5EF4-FFF2-40B4-BE49-F238E27FC236}">
                <a16:creationId xmlns:a16="http://schemas.microsoft.com/office/drawing/2014/main" id="{8C1018FD-8F87-08EA-7637-D025DABB4F69}"/>
              </a:ext>
            </a:extLst>
          </p:cNvPr>
          <p:cNvSpPr txBox="1"/>
          <p:nvPr/>
        </p:nvSpPr>
        <p:spPr>
          <a:xfrm>
            <a:off x="3096581" y="5564278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18F36967-30D4-0651-804D-29830454F2B5}"/>
              </a:ext>
            </a:extLst>
          </p:cNvPr>
          <p:cNvSpPr txBox="1"/>
          <p:nvPr/>
        </p:nvSpPr>
        <p:spPr>
          <a:xfrm>
            <a:off x="5130007" y="6402478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9FAE780E-6464-F0BB-85A6-219303A4AF6C}"/>
              </a:ext>
            </a:extLst>
          </p:cNvPr>
          <p:cNvSpPr txBox="1"/>
          <p:nvPr/>
        </p:nvSpPr>
        <p:spPr>
          <a:xfrm>
            <a:off x="3173646" y="754539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F8DE5F8E-4172-C69A-4916-DB0A7B29F4E3}"/>
              </a:ext>
            </a:extLst>
          </p:cNvPr>
          <p:cNvSpPr txBox="1"/>
          <p:nvPr/>
        </p:nvSpPr>
        <p:spPr>
          <a:xfrm>
            <a:off x="5130007" y="845979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143E7D92-3768-E6AB-689F-3E424A318C0A}"/>
              </a:ext>
            </a:extLst>
          </p:cNvPr>
          <p:cNvSpPr txBox="1"/>
          <p:nvPr/>
        </p:nvSpPr>
        <p:spPr>
          <a:xfrm>
            <a:off x="3208094" y="937419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325</Words>
  <Application>Microsoft Office PowerPoint</Application>
  <PresentationFormat>Personnalisé</PresentationFormat>
  <Paragraphs>57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</vt:lpstr>
      <vt:lpstr>Glacial Indifference Bold</vt:lpstr>
      <vt:lpstr>Calibri</vt:lpstr>
      <vt:lpstr>Arial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CV-GHARSSALI CHEMSDINE</dc:title>
  <dc:creator>Admin</dc:creator>
  <cp:lastModifiedBy>Stephane BERTIN</cp:lastModifiedBy>
  <cp:revision>2</cp:revision>
  <dcterms:created xsi:type="dcterms:W3CDTF">2006-08-16T00:00:00Z</dcterms:created>
  <dcterms:modified xsi:type="dcterms:W3CDTF">2025-09-18T13:29:02Z</dcterms:modified>
  <dc:identifier>DAGhtDqRdeU</dc:identifier>
</cp:coreProperties>
</file>