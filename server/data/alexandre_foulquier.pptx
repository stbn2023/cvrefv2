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5" name="reference_1">
            <a:extLst>
              <a:ext uri="{FF2B5EF4-FFF2-40B4-BE49-F238E27FC236}">
                <a16:creationId xmlns:a16="http://schemas.microsoft.com/office/drawing/2014/main" id="{EA5B6FA6-609B-3EB5-DF4D-5AFE8D47819F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2">
            <a:extLst>
              <a:ext uri="{FF2B5EF4-FFF2-40B4-BE49-F238E27FC236}">
                <a16:creationId xmlns:a16="http://schemas.microsoft.com/office/drawing/2014/main" id="{9FF31547-4C3D-7691-33CD-5C8D3CB64128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3">
            <a:extLst>
              <a:ext uri="{FF2B5EF4-FFF2-40B4-BE49-F238E27FC236}">
                <a16:creationId xmlns:a16="http://schemas.microsoft.com/office/drawing/2014/main" id="{D8C3EFEE-012E-388E-CE45-633FC8A6C8A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8" name="reference_4">
            <a:extLst>
              <a:ext uri="{FF2B5EF4-FFF2-40B4-BE49-F238E27FC236}">
                <a16:creationId xmlns:a16="http://schemas.microsoft.com/office/drawing/2014/main" id="{5AEF42C4-C098-6A77-A0E7-7126DDECC26B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5">
            <a:extLst>
              <a:ext uri="{FF2B5EF4-FFF2-40B4-BE49-F238E27FC236}">
                <a16:creationId xmlns:a16="http://schemas.microsoft.com/office/drawing/2014/main" id="{23A72748-099F-614C-9635-06883F00F21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cp:lastModifiedBy>Stephane BERTIN</cp:lastModifiedBy>
  <cp:revision>2</cp:revision>
  <dcterms:created xsi:type="dcterms:W3CDTF">2006-08-16T00:00:00Z</dcterms:created>
  <dcterms:modified xsi:type="dcterms:W3CDTF">2025-09-15T06:29:25Z</dcterms:modified>
  <dc:identifier>DAGhm21VBs8</dc:identifier>
</cp:coreProperties>
</file>