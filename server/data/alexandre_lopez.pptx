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LOPEZ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61145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06 71 19 49 61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alexandrelopez@groupe-isoedre.fr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6574980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23910" y="4499990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65789" y="4143755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6251824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56192" y="6818879"/>
            <a:ext cx="2391503" cy="379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21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Estimation financière TCE des projets de la phase ESQ à la phase DCE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tous corps d’état.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des dossiers d’appel d’offre.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 dossiers de marchés de travaux.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travaux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5855" y="6278105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22122" y="4203115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9727" y="3195966"/>
            <a:ext cx="2577249" cy="2584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LICENCE PROFESSIONNELLE Bâtiment et Construction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OPTION : « Construction Durable et Encadrement de Chantier » à l’IUT de NARBONNE, 2020-2021 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 Alternance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Étude et Économie de la Construction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 Lycée Léonard de VINCI à MONTPELLIER, 2018-2020 – En Alternance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 STI2D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option : Architecture et Construction au Lycée LOUISE MICHEL à NARBONNE, 2016-2018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59975" y="-568035"/>
            <a:ext cx="2344407" cy="3420260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3054" b="-8577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186851" y="3260411"/>
            <a:ext cx="4188207" cy="502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 MBIngénierie puis ISOEDRE - Depuis 2021 </a:t>
            </a:r>
          </a:p>
          <a:p>
            <a:pPr algn="l">
              <a:lnSpc>
                <a:spcPts val="1368"/>
              </a:lnSpc>
            </a:pPr>
            <a:endParaRPr lang="en-US" sz="778" spc="3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68"/>
              </a:lnSpc>
            </a:pPr>
            <a:r>
              <a:rPr lang="en-US" sz="778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APPRENTI en Économie de la Construction</a:t>
            </a:r>
            <a:r>
              <a:rPr lang="en-US" sz="778" spc="3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MBIngénierie - 2018 à 2021</a:t>
            </a:r>
          </a:p>
        </p:txBody>
      </p:sp>
      <p:sp>
        <p:nvSpPr>
          <p:cNvPr id="43" name="reference_1">
            <a:extLst>
              <a:ext uri="{FF2B5EF4-FFF2-40B4-BE49-F238E27FC236}">
                <a16:creationId xmlns:a16="http://schemas.microsoft.com/office/drawing/2014/main" id="{7E8E64CD-781B-3424-0BF0-D03292D43752}"/>
              </a:ext>
            </a:extLst>
          </p:cNvPr>
          <p:cNvSpPr txBox="1"/>
          <p:nvPr/>
        </p:nvSpPr>
        <p:spPr>
          <a:xfrm>
            <a:off x="3160643" y="513847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4" name="reference_2">
            <a:extLst>
              <a:ext uri="{FF2B5EF4-FFF2-40B4-BE49-F238E27FC236}">
                <a16:creationId xmlns:a16="http://schemas.microsoft.com/office/drawing/2014/main" id="{CBEA1E8D-B833-FBB9-C85B-F11355BC32AF}"/>
              </a:ext>
            </a:extLst>
          </p:cNvPr>
          <p:cNvSpPr txBox="1"/>
          <p:nvPr/>
        </p:nvSpPr>
        <p:spPr>
          <a:xfrm>
            <a:off x="5194069" y="597667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5" name="reference_3">
            <a:extLst>
              <a:ext uri="{FF2B5EF4-FFF2-40B4-BE49-F238E27FC236}">
                <a16:creationId xmlns:a16="http://schemas.microsoft.com/office/drawing/2014/main" id="{DDC792D6-3EED-E2D0-B85B-5D01C84EE0C2}"/>
              </a:ext>
            </a:extLst>
          </p:cNvPr>
          <p:cNvSpPr txBox="1"/>
          <p:nvPr/>
        </p:nvSpPr>
        <p:spPr>
          <a:xfrm>
            <a:off x="3237708" y="711958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4">
            <a:extLst>
              <a:ext uri="{FF2B5EF4-FFF2-40B4-BE49-F238E27FC236}">
                <a16:creationId xmlns:a16="http://schemas.microsoft.com/office/drawing/2014/main" id="{B455B4F2-9B9F-E8A0-35A3-6419BF9F89AC}"/>
              </a:ext>
            </a:extLst>
          </p:cNvPr>
          <p:cNvSpPr txBox="1"/>
          <p:nvPr/>
        </p:nvSpPr>
        <p:spPr>
          <a:xfrm>
            <a:off x="5194069" y="803398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5">
            <a:extLst>
              <a:ext uri="{FF2B5EF4-FFF2-40B4-BE49-F238E27FC236}">
                <a16:creationId xmlns:a16="http://schemas.microsoft.com/office/drawing/2014/main" id="{83B67FDA-7E0A-E002-17F4-AE3186C14C4E}"/>
              </a:ext>
            </a:extLst>
          </p:cNvPr>
          <p:cNvSpPr txBox="1"/>
          <p:nvPr/>
        </p:nvSpPr>
        <p:spPr>
          <a:xfrm>
            <a:off x="3272156" y="894838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Personnalisé</PresentationFormat>
  <Paragraphs>56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CV-LOPEZ ALEXANDRE</dc:title>
  <cp:lastModifiedBy>Stephane BERTIN</cp:lastModifiedBy>
  <cp:revision>2</cp:revision>
  <dcterms:created xsi:type="dcterms:W3CDTF">2006-08-16T00:00:00Z</dcterms:created>
  <dcterms:modified xsi:type="dcterms:W3CDTF">2025-09-15T06:29:52Z</dcterms:modified>
  <dc:identifier>DAGhmgueF2A</dc:identifier>
</cp:coreProperties>
</file>