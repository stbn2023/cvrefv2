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Mathias KERN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57007" y="1172753"/>
            <a:ext cx="3539173" cy="18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99739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06 82 83 17 43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mathiaskern@groupe-isoedre.fr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80605" y="6292329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243909" y="2861875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23910" y="57022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765789" y="53460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315008" y="2493550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1" y="0"/>
                </a:lnTo>
                <a:lnTo>
                  <a:pt x="291381" y="292111"/>
                </a:lnTo>
                <a:lnTo>
                  <a:pt x="0" y="2921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TextBox 27"/>
          <p:cNvSpPr txBox="1"/>
          <p:nvPr/>
        </p:nvSpPr>
        <p:spPr>
          <a:xfrm>
            <a:off x="754663" y="2458687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6032" y="2999988"/>
            <a:ext cx="2824638" cy="28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Licence Professionnelle P2EB 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Performance Energétique et Environnementale du Bâtiment - IUT Robert Schuman Université de Strasbourg – 2021 à 2022</a:t>
            </a:r>
          </a:p>
          <a:p>
            <a:pPr algn="l">
              <a:lnSpc>
                <a:spcPts val="1224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24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Stage Licence Professionnelle P2EB 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Polytherm, Bischheim 2022</a:t>
            </a:r>
          </a:p>
          <a:p>
            <a:pPr algn="l">
              <a:lnSpc>
                <a:spcPts val="1224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24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« AutoCAD Module de base » 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Formation Metaformose</a:t>
            </a:r>
          </a:p>
          <a:p>
            <a:pPr algn="l">
              <a:lnSpc>
                <a:spcPts val="1224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  <a:p>
            <a:pPr algn="l">
              <a:lnSpc>
                <a:spcPts val="1224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BTS AMCR 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Architecture en Métal Conception et Réalisation (ancien BTS Construction Métallique) - Lycée Stanislas - Wissembourg</a:t>
            </a:r>
          </a:p>
          <a:p>
            <a:pPr algn="l">
              <a:lnSpc>
                <a:spcPts val="1224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24"/>
              </a:lnSpc>
            </a:pP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 STI2D - 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(mention bien) spécialité ITEC (Innovation Technologique et Eco Conception) Lycée Stanislas - Wissembourg</a:t>
            </a:r>
          </a:p>
          <a:p>
            <a:pPr algn="l">
              <a:lnSpc>
                <a:spcPts val="1224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410612" y="5969173"/>
            <a:ext cx="2297789" cy="260913"/>
            <a:chOff x="0" y="0"/>
            <a:chExt cx="3063719" cy="34788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38279" cy="347884"/>
            </a:xfrm>
            <a:custGeom>
              <a:avLst/>
              <a:gdLst/>
              <a:ahLst/>
              <a:cxnLst/>
              <a:rect l="l" t="t" r="r" b="b"/>
              <a:pathLst>
                <a:path w="438279" h="347884">
                  <a:moveTo>
                    <a:pt x="0" y="0"/>
                  </a:moveTo>
                  <a:lnTo>
                    <a:pt x="438279" y="0"/>
                  </a:lnTo>
                  <a:lnTo>
                    <a:pt x="438279" y="347884"/>
                  </a:lnTo>
                  <a:lnTo>
                    <a:pt x="0" y="347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6207" y="41391"/>
              <a:ext cx="2477512" cy="257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679"/>
                </a:lnSpc>
                <a:spcBef>
                  <a:spcPct val="0"/>
                </a:spcBef>
              </a:pPr>
              <a:r>
                <a:rPr lang="en-US" sz="1200" b="1" u="none" strike="noStrike" spc="36">
                  <a:solidFill>
                    <a:srgbClr val="1D1E3C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Compétences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22122" y="5405360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6032" y="9502497"/>
            <a:ext cx="1861582" cy="91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LOGICIELS :</a:t>
            </a:r>
          </a:p>
          <a:p>
            <a:pPr algn="l">
              <a:lnSpc>
                <a:spcPts val="1260"/>
              </a:lnSpc>
            </a:pPr>
            <a:endParaRPr lang="en-US" sz="900" b="1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Tekla Structures</a:t>
            </a:r>
          </a:p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Autodesk Robot</a:t>
            </a:r>
          </a:p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Perrenoud</a:t>
            </a:r>
          </a:p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Trimple Nova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213278" y="3212786"/>
            <a:ext cx="4177624" cy="197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59"/>
              </a:lnSpc>
            </a:pPr>
            <a:r>
              <a:rPr lang="en-US" sz="8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8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</a:t>
            </a:r>
          </a:p>
          <a:p>
            <a:pPr algn="just">
              <a:lnSpc>
                <a:spcPts val="1259"/>
              </a:lnSpc>
            </a:pPr>
            <a:endParaRPr lang="en-US" sz="8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just">
              <a:lnSpc>
                <a:spcPts val="1259"/>
              </a:lnSpc>
            </a:pPr>
            <a:r>
              <a:rPr lang="en-US" sz="8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D’ETUDES THERMIQUES ET FLUIDES</a:t>
            </a:r>
            <a:r>
              <a:rPr lang="en-US" sz="8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MBie puis ISOEDRE - 2024</a:t>
            </a:r>
          </a:p>
          <a:p>
            <a:pPr algn="just">
              <a:lnSpc>
                <a:spcPts val="1259"/>
              </a:lnSpc>
            </a:pPr>
            <a:endParaRPr lang="en-US" sz="8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just">
              <a:lnSpc>
                <a:spcPts val="1259"/>
              </a:lnSpc>
            </a:pPr>
            <a:r>
              <a:rPr lang="en-US" sz="8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THERMICIEN BUREAU D’ETUDES</a:t>
            </a:r>
            <a:r>
              <a:rPr lang="en-US" sz="8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Keeplanet - Strasbourg - 2023</a:t>
            </a:r>
          </a:p>
          <a:p>
            <a:pPr algn="just">
              <a:lnSpc>
                <a:spcPts val="1259"/>
              </a:lnSpc>
            </a:pPr>
            <a:endParaRPr lang="en-US" sz="8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just">
              <a:lnSpc>
                <a:spcPts val="1259"/>
              </a:lnSpc>
            </a:pPr>
            <a:r>
              <a:rPr lang="en-US" sz="8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DIVERS EMPLOIS POLYVALENTS  </a:t>
            </a:r>
            <a:r>
              <a:rPr lang="en-US" sz="8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- 2021 à 2023</a:t>
            </a:r>
          </a:p>
          <a:p>
            <a:pPr algn="just">
              <a:lnSpc>
                <a:spcPts val="1259"/>
              </a:lnSpc>
            </a:pPr>
            <a:endParaRPr lang="en-US" sz="8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just">
              <a:lnSpc>
                <a:spcPts val="1259"/>
              </a:lnSpc>
            </a:pPr>
            <a:r>
              <a:rPr lang="en-US" sz="8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AGENT DE PRODUCTION</a:t>
            </a:r>
            <a:r>
              <a:rPr lang="en-US" sz="8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pour diverses entreprises - 2019 à 2021</a:t>
            </a:r>
          </a:p>
          <a:p>
            <a:pPr algn="just">
              <a:lnSpc>
                <a:spcPts val="1259"/>
              </a:lnSpc>
            </a:pPr>
            <a:endParaRPr lang="en-US" sz="8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just">
              <a:lnSpc>
                <a:spcPts val="1259"/>
              </a:lnSpc>
            </a:pPr>
            <a:r>
              <a:rPr lang="en-US" sz="8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STAGIAIRE</a:t>
            </a:r>
            <a:r>
              <a:rPr lang="en-US" sz="8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BCM (Baumert Constructions Métalliques) - Erstein - 2019</a:t>
            </a:r>
          </a:p>
          <a:p>
            <a:pPr algn="just">
              <a:lnSpc>
                <a:spcPts val="1259"/>
              </a:lnSpc>
            </a:pPr>
            <a:endParaRPr lang="en-US" sz="8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just">
              <a:lnSpc>
                <a:spcPts val="1259"/>
              </a:lnSpc>
            </a:pPr>
            <a:endParaRPr lang="en-US" sz="8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39" name="Group 39"/>
          <p:cNvGrpSpPr>
            <a:grpSpLocks noChangeAspect="1"/>
          </p:cNvGrpSpPr>
          <p:nvPr/>
        </p:nvGrpSpPr>
        <p:grpSpPr>
          <a:xfrm rot="5400000">
            <a:off x="434998" y="-610641"/>
            <a:ext cx="2371313" cy="3459514"/>
            <a:chOff x="0" y="0"/>
            <a:chExt cx="4372610" cy="6379210"/>
          </a:xfrm>
        </p:grpSpPr>
        <p:sp>
          <p:nvSpPr>
            <p:cNvPr id="40" name="Freeform 40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6"/>
              <a:stretch>
                <a:fillRect t="-36610" b="-8222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2" name="Freeform 42"/>
          <p:cNvSpPr/>
          <p:nvPr/>
        </p:nvSpPr>
        <p:spPr>
          <a:xfrm>
            <a:off x="-74785" y="-715349"/>
            <a:ext cx="3326273" cy="2998041"/>
          </a:xfrm>
          <a:custGeom>
            <a:avLst/>
            <a:gdLst/>
            <a:ahLst/>
            <a:cxnLst/>
            <a:rect l="l" t="t" r="r" b="b"/>
            <a:pathLst>
              <a:path w="3326273" h="2998041">
                <a:moveTo>
                  <a:pt x="0" y="0"/>
                </a:moveTo>
                <a:lnTo>
                  <a:pt x="3326273" y="0"/>
                </a:lnTo>
                <a:lnTo>
                  <a:pt x="3326273" y="2998042"/>
                </a:lnTo>
                <a:lnTo>
                  <a:pt x="0" y="299804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b="-4793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3" name="TextBox 43"/>
          <p:cNvSpPr txBox="1"/>
          <p:nvPr/>
        </p:nvSpPr>
        <p:spPr>
          <a:xfrm>
            <a:off x="243735" y="6392342"/>
            <a:ext cx="2424219" cy="2829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1" lvl="1" indent="-86360" algn="l">
              <a:lnSpc>
                <a:spcPts val="1608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 projet</a:t>
            </a:r>
          </a:p>
          <a:p>
            <a:pPr marL="172721" lvl="1" indent="-86360" algn="l">
              <a:lnSpc>
                <a:spcPts val="1608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Métré sur plan</a:t>
            </a:r>
          </a:p>
          <a:p>
            <a:pPr marL="172721" lvl="1" indent="-86360" algn="l">
              <a:lnSpc>
                <a:spcPts val="1608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Etudes thermiques</a:t>
            </a:r>
          </a:p>
          <a:p>
            <a:pPr marL="172721" lvl="1" indent="-86360" algn="l">
              <a:lnSpc>
                <a:spcPts val="1608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Audit énergétique</a:t>
            </a:r>
          </a:p>
          <a:p>
            <a:pPr marL="172721" lvl="1" indent="-86360" algn="l">
              <a:lnSpc>
                <a:spcPts val="1608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Développement commercial</a:t>
            </a:r>
          </a:p>
          <a:p>
            <a:pPr marL="172721" lvl="1" indent="-86360" algn="l">
              <a:lnSpc>
                <a:spcPts val="1608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Négociation et relation client</a:t>
            </a:r>
          </a:p>
          <a:p>
            <a:pPr marL="172721" lvl="1" indent="-86360" algn="l">
              <a:lnSpc>
                <a:spcPts val="1608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financier et budgétaire</a:t>
            </a:r>
          </a:p>
          <a:p>
            <a:pPr marL="172721" lvl="1" indent="-86360" algn="l">
              <a:lnSpc>
                <a:spcPts val="1608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Coordination des équipes et des prestataires</a:t>
            </a:r>
          </a:p>
          <a:p>
            <a:pPr marL="172721" lvl="1" indent="-86360" algn="l">
              <a:lnSpc>
                <a:spcPts val="1608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Connaissance des normes et réglementations</a:t>
            </a:r>
          </a:p>
          <a:p>
            <a:pPr marL="172721" lvl="1" indent="-86360" algn="l">
              <a:lnSpc>
                <a:spcPts val="1608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Analyse des besoins et élaboration des offres</a:t>
            </a:r>
          </a:p>
          <a:p>
            <a:pPr marL="172721" lvl="1" indent="-86360" algn="l">
              <a:lnSpc>
                <a:spcPts val="1608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des contrats et des appels d’offres</a:t>
            </a:r>
          </a:p>
          <a:p>
            <a:pPr marL="172721" lvl="1" indent="-86360" algn="l">
              <a:lnSpc>
                <a:spcPts val="1608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Capacité d’adaptation et prise de décision</a:t>
            </a:r>
          </a:p>
          <a:p>
            <a:pPr marL="172721" lvl="1" indent="-86360" algn="l">
              <a:lnSpc>
                <a:spcPts val="1608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Maîtrise des outils de gestion et de reporting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13562" y="9834481"/>
            <a:ext cx="624185" cy="49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AutoCAD</a:t>
            </a:r>
          </a:p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Pleiade</a:t>
            </a:r>
          </a:p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Solidworks</a:t>
            </a:r>
          </a:p>
        </p:txBody>
      </p:sp>
      <p:sp>
        <p:nvSpPr>
          <p:cNvPr id="47" name="reference_1">
            <a:extLst>
              <a:ext uri="{FF2B5EF4-FFF2-40B4-BE49-F238E27FC236}">
                <a16:creationId xmlns:a16="http://schemas.microsoft.com/office/drawing/2014/main" id="{B4CCE485-74A9-324F-7656-6D8A93D420B0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8" name="reference_2">
            <a:extLst>
              <a:ext uri="{FF2B5EF4-FFF2-40B4-BE49-F238E27FC236}">
                <a16:creationId xmlns:a16="http://schemas.microsoft.com/office/drawing/2014/main" id="{59680BBF-1F49-B9D1-61F5-900B4FDCEF29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3">
            <a:extLst>
              <a:ext uri="{FF2B5EF4-FFF2-40B4-BE49-F238E27FC236}">
                <a16:creationId xmlns:a16="http://schemas.microsoft.com/office/drawing/2014/main" id="{65862383-259B-8F92-2C79-035759A5503A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4">
            <a:extLst>
              <a:ext uri="{FF2B5EF4-FFF2-40B4-BE49-F238E27FC236}">
                <a16:creationId xmlns:a16="http://schemas.microsoft.com/office/drawing/2014/main" id="{70CFDD50-A55B-CDAA-EA3E-B1822C48A94C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5">
            <a:extLst>
              <a:ext uri="{FF2B5EF4-FFF2-40B4-BE49-F238E27FC236}">
                <a16:creationId xmlns:a16="http://schemas.microsoft.com/office/drawing/2014/main" id="{7E76AE4C-BC84-19E2-0C4A-53C7CE0E66C6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415</Words>
  <Application>Microsoft Office PowerPoint</Application>
  <PresentationFormat>Personnalisé</PresentationFormat>
  <Paragraphs>71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</vt:lpstr>
      <vt:lpstr>Glacial Indifference Bold</vt:lpstr>
      <vt:lpstr>Calibri</vt:lpstr>
      <vt:lpstr>Arial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CV-KERN MATHIAS</dc:title>
  <dc:creator>Admin</dc:creator>
  <cp:lastModifiedBy>Stephane BERTIN</cp:lastModifiedBy>
  <cp:revision>2</cp:revision>
  <dcterms:created xsi:type="dcterms:W3CDTF">2006-08-16T00:00:00Z</dcterms:created>
  <dcterms:modified xsi:type="dcterms:W3CDTF">2025-09-18T13:28:28Z</dcterms:modified>
  <dc:identifier>DAGhna0MzNU</dc:identifier>
</cp:coreProperties>
</file>