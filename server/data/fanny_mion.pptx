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336" y="-32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Fanny MION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52665" y="1124403"/>
            <a:ext cx="3539173" cy="18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Cheffe de projet Thermique Fluides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45771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06 08 78 57 25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fannymion@groupe-isoedre.fr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 rot="5400000">
            <a:off x="492716" y="-553190"/>
            <a:ext cx="2337303" cy="3409897"/>
            <a:chOff x="0" y="0"/>
            <a:chExt cx="4372610" cy="6379210"/>
          </a:xfrm>
        </p:grpSpPr>
        <p:sp>
          <p:nvSpPr>
            <p:cNvPr id="13" name="Freeform 13"/>
            <p:cNvSpPr/>
            <p:nvPr/>
          </p:nvSpPr>
          <p:spPr>
            <a:xfrm>
              <a:off x="12700" y="16510"/>
              <a:ext cx="4347210" cy="6350000"/>
            </a:xfrm>
            <a:custGeom>
              <a:avLst/>
              <a:gdLst/>
              <a:ahLst/>
              <a:cxnLst/>
              <a:rect l="l" t="t" r="r" b="b"/>
              <a:pathLst>
                <a:path w="4347210" h="635000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356192" y="6011008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AutoShape 23"/>
          <p:cNvSpPr/>
          <p:nvPr/>
        </p:nvSpPr>
        <p:spPr>
          <a:xfrm>
            <a:off x="3123910" y="4994266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AutoShape 24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765789" y="4638031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386200" y="5687852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Freeform 29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0" name="Freeform 30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1" name="TextBox 31"/>
          <p:cNvSpPr txBox="1"/>
          <p:nvPr/>
        </p:nvSpPr>
        <p:spPr>
          <a:xfrm>
            <a:off x="386200" y="6126371"/>
            <a:ext cx="2230014" cy="4094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0"/>
              </a:lnSpc>
            </a:pPr>
            <a:endParaRPr/>
          </a:p>
          <a:p>
            <a:pPr algn="l">
              <a:lnSpc>
                <a:spcPts val="130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d’études / Suivi Chantier</a:t>
            </a:r>
          </a:p>
          <a:p>
            <a:pPr algn="l">
              <a:lnSpc>
                <a:spcPts val="142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136"/>
              </a:lnSpc>
            </a:pPr>
            <a:r>
              <a:rPr lang="en-US" sz="800" b="1" spc="1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THERMIQUE DU BATIMENT :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Audits énergétiques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Analyse sur site de bâtiments (enveloppe / systèmes)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Sondage de confort et d’opinion auprès des habitants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-Simulation Thermique ou Energétique Dynamique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Modélisation RT Ex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Optimisation des performances énergétiques de bâtiments existants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Rédaction de rapports complets et pédagogiques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Etudes Thermiques Réglementaires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Conception de systèmes CVC</a:t>
            </a:r>
          </a:p>
          <a:p>
            <a:pPr algn="l">
              <a:lnSpc>
                <a:spcPts val="1136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36"/>
              </a:lnSpc>
            </a:pPr>
            <a:r>
              <a:rPr lang="en-US" sz="800" b="1" spc="1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BATIMENT DURABLE :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·Préconisations d’utilisation des matériaux biosourcés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·Systèmes de ventilation naturelle hybrides</a:t>
            </a:r>
          </a:p>
          <a:p>
            <a:pPr algn="l">
              <a:lnSpc>
                <a:spcPts val="1136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36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86200" y="3208024"/>
            <a:ext cx="2491956" cy="213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899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 +6 Maitrise en Ingénierie, Thermique du Bâtiment, Développement durable, Energies renouvelables - </a:t>
            </a:r>
            <a:r>
              <a:rPr lang="en-US" sz="899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Ecole Polytechnique de Montréal, CANADA-  2017</a:t>
            </a:r>
          </a:p>
          <a:p>
            <a:pPr algn="l">
              <a:lnSpc>
                <a:spcPts val="1581"/>
              </a:lnSpc>
            </a:pPr>
            <a:endParaRPr lang="en-US" sz="899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899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BAC+5 Diplôme d’ingénieure Centralienne, Ingénieure Généraliste</a:t>
            </a:r>
            <a:r>
              <a:rPr lang="en-US" sz="899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Ecole Centrale Marseille - 2017 </a:t>
            </a:r>
          </a:p>
          <a:p>
            <a:pPr algn="l">
              <a:lnSpc>
                <a:spcPts val="1405"/>
              </a:lnSpc>
            </a:pPr>
            <a:endParaRPr lang="en-US" sz="899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757"/>
              </a:lnSpc>
            </a:pPr>
            <a:endParaRPr lang="en-US" sz="899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25855" y="5714133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22122" y="4697391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23910" y="3231836"/>
            <a:ext cx="4122789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CHEFFE DE PROJET THERMIQUE ET FLUIDES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ISOEDRE-</a:t>
            </a: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Depuis 2023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122473" y="3672996"/>
            <a:ext cx="4199556" cy="3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INGENIEURE-CONSEIL EN CONSTRUCTION ECOLOGIQUE INDEPENDANTE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VESTA Ecosystème – 2020 à 2023</a:t>
            </a:r>
          </a:p>
        </p:txBody>
      </p:sp>
      <p:grpSp>
        <p:nvGrpSpPr>
          <p:cNvPr id="44" name="Group 44"/>
          <p:cNvGrpSpPr>
            <a:grpSpLocks noChangeAspect="1"/>
          </p:cNvGrpSpPr>
          <p:nvPr/>
        </p:nvGrpSpPr>
        <p:grpSpPr>
          <a:xfrm rot="5400000">
            <a:off x="495127" y="-547395"/>
            <a:ext cx="2325961" cy="3393349"/>
            <a:chOff x="0" y="0"/>
            <a:chExt cx="4372610" cy="6379210"/>
          </a:xfrm>
        </p:grpSpPr>
        <p:sp>
          <p:nvSpPr>
            <p:cNvPr id="45" name="Freeform 45"/>
            <p:cNvSpPr/>
            <p:nvPr/>
          </p:nvSpPr>
          <p:spPr>
            <a:xfrm>
              <a:off x="12700" y="16510"/>
              <a:ext cx="4347210" cy="6350000"/>
            </a:xfrm>
            <a:custGeom>
              <a:avLst/>
              <a:gdLst/>
              <a:ahLst/>
              <a:cxnLst/>
              <a:rect l="l" t="t" r="r" b="b"/>
              <a:pathLst>
                <a:path w="4347210" h="635000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7" name="Group 47"/>
          <p:cNvGrpSpPr>
            <a:grpSpLocks noChangeAspect="1"/>
          </p:cNvGrpSpPr>
          <p:nvPr/>
        </p:nvGrpSpPr>
        <p:grpSpPr>
          <a:xfrm rot="5400000">
            <a:off x="529443" y="-529443"/>
            <a:ext cx="2307431" cy="3366316"/>
            <a:chOff x="0" y="0"/>
            <a:chExt cx="4372610" cy="6379210"/>
          </a:xfrm>
        </p:grpSpPr>
        <p:sp>
          <p:nvSpPr>
            <p:cNvPr id="48" name="Freeform 48"/>
            <p:cNvSpPr/>
            <p:nvPr/>
          </p:nvSpPr>
          <p:spPr>
            <a:xfrm>
              <a:off x="12700" y="16510"/>
              <a:ext cx="4347210" cy="6350000"/>
            </a:xfrm>
            <a:custGeom>
              <a:avLst/>
              <a:gdLst/>
              <a:ahLst/>
              <a:cxnLst/>
              <a:rect l="l" t="t" r="r" b="b"/>
              <a:pathLst>
                <a:path w="4347210" h="635000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0" name="Group 50"/>
          <p:cNvGrpSpPr>
            <a:grpSpLocks noChangeAspect="1"/>
          </p:cNvGrpSpPr>
          <p:nvPr/>
        </p:nvGrpSpPr>
        <p:grpSpPr>
          <a:xfrm rot="5400000">
            <a:off x="507446" y="-553238"/>
            <a:ext cx="2351425" cy="3430499"/>
            <a:chOff x="0" y="0"/>
            <a:chExt cx="4372610" cy="6379210"/>
          </a:xfrm>
        </p:grpSpPr>
        <p:sp>
          <p:nvSpPr>
            <p:cNvPr id="51" name="Freeform 51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0373" b="-8845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53" name="reference_1">
            <a:extLst>
              <a:ext uri="{FF2B5EF4-FFF2-40B4-BE49-F238E27FC236}">
                <a16:creationId xmlns:a16="http://schemas.microsoft.com/office/drawing/2014/main" id="{03D6B98C-65E0-7879-B421-E127EA897116}"/>
              </a:ext>
            </a:extLst>
          </p:cNvPr>
          <p:cNvSpPr txBox="1"/>
          <p:nvPr/>
        </p:nvSpPr>
        <p:spPr>
          <a:xfrm>
            <a:off x="3109989" y="5041900"/>
            <a:ext cx="4384419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4" name="reference_2">
            <a:extLst>
              <a:ext uri="{FF2B5EF4-FFF2-40B4-BE49-F238E27FC236}">
                <a16:creationId xmlns:a16="http://schemas.microsoft.com/office/drawing/2014/main" id="{5781B569-ED35-068C-6DED-BF4A92C6E34E}"/>
              </a:ext>
            </a:extLst>
          </p:cNvPr>
          <p:cNvSpPr txBox="1"/>
          <p:nvPr/>
        </p:nvSpPr>
        <p:spPr>
          <a:xfrm>
            <a:off x="3109989" y="6165830"/>
            <a:ext cx="4384419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5" name="reference_3">
            <a:extLst>
              <a:ext uri="{FF2B5EF4-FFF2-40B4-BE49-F238E27FC236}">
                <a16:creationId xmlns:a16="http://schemas.microsoft.com/office/drawing/2014/main" id="{128EE163-CE4D-199D-563B-4351F3429ABA}"/>
              </a:ext>
            </a:extLst>
          </p:cNvPr>
          <p:cNvSpPr txBox="1"/>
          <p:nvPr/>
        </p:nvSpPr>
        <p:spPr>
          <a:xfrm>
            <a:off x="3109989" y="7289760"/>
            <a:ext cx="4346445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6" name="reference_4">
            <a:extLst>
              <a:ext uri="{FF2B5EF4-FFF2-40B4-BE49-F238E27FC236}">
                <a16:creationId xmlns:a16="http://schemas.microsoft.com/office/drawing/2014/main" id="{0C209EF0-1445-5C1F-21E4-BBEE2F206E3E}"/>
              </a:ext>
            </a:extLst>
          </p:cNvPr>
          <p:cNvSpPr txBox="1"/>
          <p:nvPr/>
        </p:nvSpPr>
        <p:spPr>
          <a:xfrm>
            <a:off x="3109989" y="8413690"/>
            <a:ext cx="4346445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7" name="reference_5">
            <a:extLst>
              <a:ext uri="{FF2B5EF4-FFF2-40B4-BE49-F238E27FC236}">
                <a16:creationId xmlns:a16="http://schemas.microsoft.com/office/drawing/2014/main" id="{91CBB215-BD4C-2761-2943-A73D4732F4C8}"/>
              </a:ext>
            </a:extLst>
          </p:cNvPr>
          <p:cNvSpPr txBox="1"/>
          <p:nvPr/>
        </p:nvSpPr>
        <p:spPr>
          <a:xfrm>
            <a:off x="3109989" y="9537619"/>
            <a:ext cx="4346445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343</Words>
  <Application>Microsoft Office PowerPoint</Application>
  <PresentationFormat>Personnalisé</PresentationFormat>
  <Paragraphs>57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Calibri</vt:lpstr>
      <vt:lpstr>Century Gothic Paneuropean Bold</vt:lpstr>
      <vt:lpstr>Century Gothic Paneuropean</vt:lpstr>
      <vt:lpstr>Glacial Indifference Bold</vt:lpstr>
      <vt:lpstr>Arial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CV-MION FANNY</dc:title>
  <cp:lastModifiedBy>Stephane BERTIN</cp:lastModifiedBy>
  <cp:revision>3</cp:revision>
  <dcterms:created xsi:type="dcterms:W3CDTF">2006-08-16T00:00:00Z</dcterms:created>
  <dcterms:modified xsi:type="dcterms:W3CDTF">2025-10-28T14:22:47Z</dcterms:modified>
  <dc:identifier>DAGgTf96Ez0</dc:identifier>
</cp:coreProperties>
</file>