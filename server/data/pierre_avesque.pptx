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489" y="-24323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Pierre AVESQUE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086710"/>
            <a:ext cx="3539173" cy="532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Chef de pôle conception</a:t>
            </a:r>
          </a:p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 d’affaires</a:t>
            </a:r>
          </a:p>
          <a:p>
            <a:pPr marL="0" lvl="0" indent="0" algn="just">
              <a:lnSpc>
                <a:spcPts val="1410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06 79 73 43 42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pierreavesque@groupe-isoedre.fr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6192" y="5295327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30578" y="5263090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72457" y="4906855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2"/>
                </a:lnTo>
                <a:lnTo>
                  <a:pt x="0" y="327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04088" y="5000488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2"/>
                </a:lnTo>
                <a:lnTo>
                  <a:pt x="0" y="2609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404088" y="5653588"/>
            <a:ext cx="2230014" cy="4312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0"/>
              </a:lnSpc>
            </a:pPr>
            <a:endParaRPr/>
          </a:p>
          <a:p>
            <a:pPr algn="l">
              <a:lnSpc>
                <a:spcPts val="15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Management d’équipe</a:t>
            </a:r>
          </a:p>
          <a:p>
            <a:pPr algn="l">
              <a:lnSpc>
                <a:spcPts val="1256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25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Animation et coordination des équipes projet</a:t>
            </a:r>
          </a:p>
          <a:p>
            <a:pPr marL="172721" lvl="1" indent="-86360" algn="l">
              <a:lnSpc>
                <a:spcPts val="125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des plannings et répartition des tâches</a:t>
            </a:r>
          </a:p>
          <a:p>
            <a:pPr marL="172721" lvl="1" indent="-86360" algn="l">
              <a:lnSpc>
                <a:spcPts val="125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des performances et accompagnement des collaborateurs</a:t>
            </a:r>
          </a:p>
          <a:p>
            <a:pPr algn="l">
              <a:lnSpc>
                <a:spcPts val="125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5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</a:t>
            </a:r>
          </a:p>
          <a:p>
            <a:pPr algn="l">
              <a:lnSpc>
                <a:spcPts val="157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25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Conception et dimensionnement des installations fluides (CVC, plomberie, électricité)</a:t>
            </a:r>
          </a:p>
          <a:p>
            <a:pPr marL="172721" lvl="1" indent="-86360" algn="l">
              <a:lnSpc>
                <a:spcPts val="125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Analyse et validation des études techniques</a:t>
            </a:r>
          </a:p>
          <a:p>
            <a:pPr marL="172721" lvl="1" indent="-86360" algn="l">
              <a:lnSpc>
                <a:spcPts val="125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Veille réglementaire et application des normes en vigueur</a:t>
            </a:r>
          </a:p>
          <a:p>
            <a:pPr algn="l">
              <a:lnSpc>
                <a:spcPts val="1256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7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Développement commercial</a:t>
            </a:r>
          </a:p>
          <a:p>
            <a:pPr algn="l">
              <a:lnSpc>
                <a:spcPts val="1256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25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Prospection et fidélisation des clients</a:t>
            </a:r>
          </a:p>
          <a:p>
            <a:pPr marL="172721" lvl="1" indent="-86360" algn="l">
              <a:lnSpc>
                <a:spcPts val="125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Rédaction des offres techniques et commerciales</a:t>
            </a:r>
          </a:p>
          <a:p>
            <a:pPr marL="172721" lvl="1" indent="-86360" algn="l">
              <a:lnSpc>
                <a:spcPts val="1256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Négociation et suivi des contrats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4088" y="3150874"/>
            <a:ext cx="249195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Etude Technique Energie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(option froid)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47185" y="5044894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28790" y="4966215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30573" y="3165161"/>
            <a:ext cx="4095389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DE POLE CONCEPTION/ CHARGE D’AFFAIRES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 2024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4088" y="3611946"/>
            <a:ext cx="2580446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ILycée Jean Mermoz - Montpellier 34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29755" y="3937749"/>
            <a:ext cx="41995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 DE SECTEUR 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ANVOLIA Montpellier - 2018 à 2023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30573" y="3672550"/>
            <a:ext cx="404614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SAS CAIZERGUES Montpellier - 2023 à 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04088" y="3998116"/>
            <a:ext cx="2491956" cy="415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Baccalauréat STI génie électrotechnique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4088" y="4460777"/>
            <a:ext cx="2580446" cy="168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5"/>
              </a:lnSpc>
              <a:spcBef>
                <a:spcPct val="0"/>
              </a:spcBef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Lycée DHUODA - Nîmes 30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30578" y="4229167"/>
            <a:ext cx="41995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D’AFFAIRES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E.THERM Lansargues - 2012 à 2018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30578" y="4513806"/>
            <a:ext cx="419955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D’ETUDE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E. THERM Lansargues - 2009 à 2012</a:t>
            </a:r>
          </a:p>
        </p:txBody>
      </p:sp>
      <p:grpSp>
        <p:nvGrpSpPr>
          <p:cNvPr id="42" name="Group 42"/>
          <p:cNvGrpSpPr>
            <a:grpSpLocks noChangeAspect="1"/>
          </p:cNvGrpSpPr>
          <p:nvPr/>
        </p:nvGrpSpPr>
        <p:grpSpPr>
          <a:xfrm rot="5400000">
            <a:off x="379994" y="-620094"/>
            <a:ext cx="2392288" cy="3490114"/>
            <a:chOff x="0" y="0"/>
            <a:chExt cx="4372610" cy="6379210"/>
          </a:xfrm>
        </p:grpSpPr>
        <p:sp>
          <p:nvSpPr>
            <p:cNvPr id="43" name="Freeform 43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6610" b="-8222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5" name="Freeform 45"/>
          <p:cNvSpPr/>
          <p:nvPr/>
        </p:nvSpPr>
        <p:spPr>
          <a:xfrm>
            <a:off x="-247981" y="-976215"/>
            <a:ext cx="3323317" cy="3282615"/>
          </a:xfrm>
          <a:custGeom>
            <a:avLst/>
            <a:gdLst/>
            <a:ahLst/>
            <a:cxnLst/>
            <a:rect l="l" t="t" r="r" b="b"/>
            <a:pathLst>
              <a:path w="3323317" h="3282615">
                <a:moveTo>
                  <a:pt x="0" y="0"/>
                </a:moveTo>
                <a:lnTo>
                  <a:pt x="3323317" y="0"/>
                </a:lnTo>
                <a:lnTo>
                  <a:pt x="3323317" y="3282615"/>
                </a:lnTo>
                <a:lnTo>
                  <a:pt x="0" y="328261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b="-349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5" name="reference_1">
            <a:extLst>
              <a:ext uri="{FF2B5EF4-FFF2-40B4-BE49-F238E27FC236}">
                <a16:creationId xmlns:a16="http://schemas.microsoft.com/office/drawing/2014/main" id="{40EC6AF9-8BFA-2F02-5AD5-A19BF2C76689}"/>
              </a:ext>
            </a:extLst>
          </p:cNvPr>
          <p:cNvSpPr txBox="1"/>
          <p:nvPr/>
        </p:nvSpPr>
        <p:spPr>
          <a:xfrm>
            <a:off x="3195893" y="5575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6" name="reference_2">
            <a:extLst>
              <a:ext uri="{FF2B5EF4-FFF2-40B4-BE49-F238E27FC236}">
                <a16:creationId xmlns:a16="http://schemas.microsoft.com/office/drawing/2014/main" id="{8D1FDED0-66E8-AF6D-0098-6AFB27145E1D}"/>
              </a:ext>
            </a:extLst>
          </p:cNvPr>
          <p:cNvSpPr txBox="1"/>
          <p:nvPr/>
        </p:nvSpPr>
        <p:spPr>
          <a:xfrm>
            <a:off x="5229319" y="6413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7" name="reference_3">
            <a:extLst>
              <a:ext uri="{FF2B5EF4-FFF2-40B4-BE49-F238E27FC236}">
                <a16:creationId xmlns:a16="http://schemas.microsoft.com/office/drawing/2014/main" id="{94E5C750-C6DC-A184-2085-4BCDCEDAF07F}"/>
              </a:ext>
            </a:extLst>
          </p:cNvPr>
          <p:cNvSpPr txBox="1"/>
          <p:nvPr/>
        </p:nvSpPr>
        <p:spPr>
          <a:xfrm>
            <a:off x="3272958" y="7556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8" name="reference_4">
            <a:extLst>
              <a:ext uri="{FF2B5EF4-FFF2-40B4-BE49-F238E27FC236}">
                <a16:creationId xmlns:a16="http://schemas.microsoft.com/office/drawing/2014/main" id="{086727FB-C90D-2295-C21A-A5AF8F0401F9}"/>
              </a:ext>
            </a:extLst>
          </p:cNvPr>
          <p:cNvSpPr txBox="1"/>
          <p:nvPr/>
        </p:nvSpPr>
        <p:spPr>
          <a:xfrm>
            <a:off x="5229319" y="8470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9" name="reference_5">
            <a:extLst>
              <a:ext uri="{FF2B5EF4-FFF2-40B4-BE49-F238E27FC236}">
                <a16:creationId xmlns:a16="http://schemas.microsoft.com/office/drawing/2014/main" id="{CFA35618-3C90-2510-DE59-FEDA7F1F110B}"/>
              </a:ext>
            </a:extLst>
          </p:cNvPr>
          <p:cNvSpPr txBox="1"/>
          <p:nvPr/>
        </p:nvSpPr>
        <p:spPr>
          <a:xfrm>
            <a:off x="3307406" y="9385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Personnalisé</PresentationFormat>
  <Paragraphs>58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CV-AVESQUE PIERRE</dc:title>
  <cp:lastModifiedBy>Stephane BERTIN</cp:lastModifiedBy>
  <cp:revision>2</cp:revision>
  <dcterms:created xsi:type="dcterms:W3CDTF">2006-08-16T00:00:00Z</dcterms:created>
  <dcterms:modified xsi:type="dcterms:W3CDTF">2025-09-15T06:52:43Z</dcterms:modified>
  <dc:identifier>DAGgTfkxiV8</dc:identifier>
</cp:coreProperties>
</file>