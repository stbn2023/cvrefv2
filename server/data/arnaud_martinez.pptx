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Arnaud MARTINEZ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Auditeur technique DPE avec mention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07 49 13 59 67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arnaudmartinez@groupe-isoedre.fr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192" y="4925178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088553" y="5671200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30432" y="5314965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386200" y="4602022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386200" y="5040541"/>
            <a:ext cx="2230014" cy="4238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 / Suivi Chantier</a:t>
            </a:r>
          </a:p>
          <a:p>
            <a:pPr algn="l">
              <a:lnSpc>
                <a:spcPts val="142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Calcul de surface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Diagnostiquer l'état de produits, de matériaux ou de constructions (conservation, dégradation etc.)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procéder à un diagnostic électrique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procéder à un diagnostic gaz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Procéder à un diagnostic amiante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Procéder à un diagnostic plomb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Procéder à un diagnostic de performance énergétique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Rédiger un rapport, un compte rendu d'activité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Travailler en équipe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Réaliser une étude technique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Réaliser une étude d'opportunité et de faisabilité technique et économique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Législation sociale de l'habitat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Définir les besoins en rénovation du patrimoine immobilier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Contrôler des indicateurs de performance, analyser et corriger des écarts</a:t>
            </a:r>
          </a:p>
          <a:p>
            <a:pPr marL="172721" lvl="1" indent="-86360" algn="l">
              <a:lnSpc>
                <a:spcPts val="113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Définir des indicateurs de performance</a:t>
            </a:r>
          </a:p>
          <a:p>
            <a:pPr algn="l">
              <a:lnSpc>
                <a:spcPts val="113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2373" y="3227074"/>
            <a:ext cx="2491956" cy="121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DIAGNOSTIQUEUR IMMOBILIER</a:t>
            </a: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DPE, AMIENTE, CREP, GAZ, PLOMB, ELEC, TERMITES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ASE Formation Caissargues -  2023</a:t>
            </a:r>
          </a:p>
          <a:p>
            <a:pPr algn="l">
              <a:lnSpc>
                <a:spcPts val="1405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7"/>
              </a:lnSpc>
            </a:pPr>
            <a:endParaRPr lang="en-US" sz="800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5855" y="4628303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86765" y="5374325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39006" y="3155636"/>
            <a:ext cx="4122789" cy="78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AUDITEUR TECHNIQUE DPE avec mention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Depuis 2024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Technique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MBIngénierie - 2023 à 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70732" y="4600196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GERANT SOCIETE D’ISOLATION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ISOLDOM La réunion - 2005 à 2012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62299" y="4092096"/>
            <a:ext cx="404614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CONSEILLER EN ISOLATION/POMPES À CHALEUR/ PHOTOVOLTAÏQUE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OPNR Occitanie - 2020 à 2022</a:t>
            </a:r>
          </a:p>
        </p:txBody>
      </p:sp>
      <p:grpSp>
        <p:nvGrpSpPr>
          <p:cNvPr id="43" name="Group 43"/>
          <p:cNvGrpSpPr>
            <a:grpSpLocks noChangeAspect="1"/>
          </p:cNvGrpSpPr>
          <p:nvPr/>
        </p:nvGrpSpPr>
        <p:grpSpPr>
          <a:xfrm rot="5400000">
            <a:off x="495127" y="-547395"/>
            <a:ext cx="2325961" cy="3393349"/>
            <a:chOff x="0" y="0"/>
            <a:chExt cx="4372610" cy="6379210"/>
          </a:xfrm>
        </p:grpSpPr>
        <p:sp>
          <p:nvSpPr>
            <p:cNvPr id="44" name="Freeform 44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6" name="Group 46"/>
          <p:cNvGrpSpPr>
            <a:grpSpLocks noChangeAspect="1"/>
          </p:cNvGrpSpPr>
          <p:nvPr/>
        </p:nvGrpSpPr>
        <p:grpSpPr>
          <a:xfrm rot="5400000">
            <a:off x="529443" y="-529443"/>
            <a:ext cx="2307431" cy="3366316"/>
            <a:chOff x="0" y="0"/>
            <a:chExt cx="4372610" cy="6379210"/>
          </a:xfrm>
        </p:grpSpPr>
        <p:sp>
          <p:nvSpPr>
            <p:cNvPr id="47" name="Freeform 47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9" name="Group 49"/>
          <p:cNvGrpSpPr>
            <a:grpSpLocks noChangeAspect="1"/>
          </p:cNvGrpSpPr>
          <p:nvPr/>
        </p:nvGrpSpPr>
        <p:grpSpPr>
          <a:xfrm>
            <a:off x="236321" y="28861"/>
            <a:ext cx="2259176" cy="2259167"/>
            <a:chOff x="0" y="0"/>
            <a:chExt cx="6350025" cy="6350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17"/>
              <a:stretch>
                <a:fillRect t="-25282" b="-2528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3170732" y="4927056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ISOCOMBLISTE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SUDISO Montpellier - 2003 à 2005</a:t>
            </a:r>
          </a:p>
        </p:txBody>
      </p:sp>
      <p:sp>
        <p:nvSpPr>
          <p:cNvPr id="52" name="reference_1">
            <a:extLst>
              <a:ext uri="{FF2B5EF4-FFF2-40B4-BE49-F238E27FC236}">
                <a16:creationId xmlns:a16="http://schemas.microsoft.com/office/drawing/2014/main" id="{B3CE6519-E9F3-7169-DDF1-6390ED7BCE0F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2">
            <a:extLst>
              <a:ext uri="{FF2B5EF4-FFF2-40B4-BE49-F238E27FC236}">
                <a16:creationId xmlns:a16="http://schemas.microsoft.com/office/drawing/2014/main" id="{0F91587B-3D73-7BE5-52A4-87BC28D5122F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3">
            <a:extLst>
              <a:ext uri="{FF2B5EF4-FFF2-40B4-BE49-F238E27FC236}">
                <a16:creationId xmlns:a16="http://schemas.microsoft.com/office/drawing/2014/main" id="{9E9AB32E-442E-7338-7E63-3D3FFD4DDAB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5" name="reference_4">
            <a:extLst>
              <a:ext uri="{FF2B5EF4-FFF2-40B4-BE49-F238E27FC236}">
                <a16:creationId xmlns:a16="http://schemas.microsoft.com/office/drawing/2014/main" id="{1E557F78-037A-56C6-109D-57D55B942552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6" name="reference_5">
            <a:extLst>
              <a:ext uri="{FF2B5EF4-FFF2-40B4-BE49-F238E27FC236}">
                <a16:creationId xmlns:a16="http://schemas.microsoft.com/office/drawing/2014/main" id="{A49EC8EC-DAB5-DB8D-A635-A5F332854123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</Words>
  <Application>Microsoft Office PowerPoint</Application>
  <PresentationFormat>Personnalisé</PresentationFormat>
  <Paragraphs>57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CV-MARTINEZ ARNAUD</dc:title>
  <cp:lastModifiedBy>Stephane BERTIN</cp:lastModifiedBy>
  <cp:revision>2</cp:revision>
  <dcterms:created xsi:type="dcterms:W3CDTF">2006-08-16T00:00:00Z</dcterms:created>
  <dcterms:modified xsi:type="dcterms:W3CDTF">2025-09-15T06:30:31Z</dcterms:modified>
  <dc:identifier>DAGgTJqh1-o</dc:identifier>
</cp:coreProperties>
</file>