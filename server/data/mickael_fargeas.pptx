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  <p:embeddedFont>
      <p:font typeface="Glacial Indifference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170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Mickaël FARGEAS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96707" y="1040403"/>
            <a:ext cx="3539173" cy="413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83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Chargé d'affaires </a:t>
            </a:r>
          </a:p>
          <a:p>
            <a:pPr marL="0" lvl="0" indent="0" algn="just">
              <a:lnSpc>
                <a:spcPts val="1683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Télépilote Drone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99739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07 86 02 78 03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mickaelfargeas@groupe-isoedre.fr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361160" y="592741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092032" y="5877081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01553" y="2965136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/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733912" y="5520846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5" y="0"/>
                </a:lnTo>
                <a:lnTo>
                  <a:pt x="244485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391168" y="560426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09" y="0"/>
                </a:lnTo>
                <a:lnTo>
                  <a:pt x="328709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07151" y="2561948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361160" y="6179829"/>
            <a:ext cx="2391503" cy="3492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7491" lvl="1" indent="-118745" algn="l">
              <a:lnSpc>
                <a:spcPts val="1430"/>
              </a:lnSpc>
              <a:buFont typeface="Arial"/>
              <a:buChar char="•"/>
            </a:pPr>
            <a:r>
              <a:rPr lang="en-US" sz="1100" b="1" spc="2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 </a:t>
            </a:r>
          </a:p>
          <a:p>
            <a:pPr algn="l">
              <a:lnSpc>
                <a:spcPts val="1210"/>
              </a:lnSpc>
            </a:pPr>
            <a:endParaRPr lang="en-US" sz="1100" b="1" spc="22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</a:t>
            </a:r>
          </a:p>
          <a:p>
            <a:pPr algn="l">
              <a:lnSpc>
                <a:spcPts val="121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plans 2D/3D</a:t>
            </a:r>
          </a:p>
          <a:p>
            <a:pPr algn="l">
              <a:lnSpc>
                <a:spcPts val="121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</a:t>
            </a:r>
          </a:p>
          <a:p>
            <a:pPr algn="l">
              <a:lnSpc>
                <a:spcPts val="121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 tous corps d’état.</a:t>
            </a:r>
          </a:p>
          <a:p>
            <a:pPr algn="l">
              <a:lnSpc>
                <a:spcPts val="121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</a:t>
            </a:r>
          </a:p>
          <a:p>
            <a:pPr algn="l">
              <a:lnSpc>
                <a:spcPts val="121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Utilisation des logiciels : Allplan, DeviSOC, Autocad, Archireport, Photoshop, Pack office et Project</a:t>
            </a:r>
          </a:p>
          <a:p>
            <a:pPr algn="l">
              <a:lnSpc>
                <a:spcPts val="121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13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  <a:p>
            <a:pPr algn="l">
              <a:lnSpc>
                <a:spcPts val="121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4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0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55739" y="3217549"/>
            <a:ext cx="2491956" cy="1729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Télépilote de drone -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</a:t>
            </a:r>
          </a:p>
          <a:p>
            <a:pPr algn="l">
              <a:lnSpc>
                <a:spcPts val="1756"/>
              </a:lnSpc>
            </a:pPr>
            <a:endParaRPr lang="en-US" sz="999" spc="4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Licence génie civil parcours BIM en alternance -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</a:t>
            </a:r>
          </a:p>
          <a:p>
            <a:pPr algn="l">
              <a:lnSpc>
                <a:spcPts val="1756"/>
              </a:lnSpc>
            </a:pPr>
            <a:endParaRPr lang="en-US" sz="999" spc="4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BTS Bâtiment en alternance -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2020</a:t>
            </a:r>
          </a:p>
          <a:p>
            <a:pPr algn="l">
              <a:lnSpc>
                <a:spcPts val="1756"/>
              </a:lnSpc>
            </a:pPr>
            <a:endParaRPr lang="en-US" sz="999" spc="4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CAP et BP Couvreur -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2017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0823" y="563054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2641286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290244" y="5580206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092032" y="3269936"/>
            <a:ext cx="4431518" cy="1984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/ TELEPILOTE DE DRONE -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MBINGENIERIE puis ISOEDRE  Depuis 2023</a:t>
            </a:r>
          </a:p>
          <a:p>
            <a:pPr algn="l">
              <a:lnSpc>
                <a:spcPts val="1581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ASSISTANT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BIM/Employé - MBINGENIERIE - 2021 à 2023</a:t>
            </a:r>
          </a:p>
          <a:p>
            <a:pPr algn="l">
              <a:lnSpc>
                <a:spcPts val="1581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COLLABORATEUR d’architecte en apprentissage -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Architectes Associés, Limoges - 2018 à 2020 </a:t>
            </a:r>
          </a:p>
          <a:p>
            <a:pPr algn="l">
              <a:lnSpc>
                <a:spcPts val="1581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COUVREUR/PLOMBIER -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Fargeas &amp; Fils - 2013 à 2018</a:t>
            </a:r>
          </a:p>
          <a:p>
            <a:pPr algn="l">
              <a:lnSpc>
                <a:spcPts val="1581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528128" y="-528128"/>
            <a:ext cx="2301703" cy="3357959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-5400000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6350000" y="4347210"/>
                  </a:moveTo>
                  <a:lnTo>
                    <a:pt x="5270500" y="0"/>
                  </a:lnTo>
                  <a:lnTo>
                    <a:pt x="0" y="0"/>
                  </a:lnTo>
                  <a:lnTo>
                    <a:pt x="0" y="4347210"/>
                  </a:lnTo>
                  <a:lnTo>
                    <a:pt x="6350000" y="4347210"/>
                  </a:lnTo>
                  <a:close/>
                </a:path>
              </a:pathLst>
            </a:custGeom>
            <a:blipFill>
              <a:blip r:embed="rId16"/>
              <a:stretch>
                <a:fillRect t="-26734" b="-92097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3" name="reference_1">
            <a:extLst>
              <a:ext uri="{FF2B5EF4-FFF2-40B4-BE49-F238E27FC236}">
                <a16:creationId xmlns:a16="http://schemas.microsoft.com/office/drawing/2014/main" id="{36777E83-4A93-DF2C-2288-0D645C64C143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4" name="reference_2">
            <a:extLst>
              <a:ext uri="{FF2B5EF4-FFF2-40B4-BE49-F238E27FC236}">
                <a16:creationId xmlns:a16="http://schemas.microsoft.com/office/drawing/2014/main" id="{656E7F2A-CB38-16ED-2959-9C7AA0DF583D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5" name="reference_3">
            <a:extLst>
              <a:ext uri="{FF2B5EF4-FFF2-40B4-BE49-F238E27FC236}">
                <a16:creationId xmlns:a16="http://schemas.microsoft.com/office/drawing/2014/main" id="{972193E7-9A2C-94CB-B090-1B3E71E60269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6" name="reference_4">
            <a:extLst>
              <a:ext uri="{FF2B5EF4-FFF2-40B4-BE49-F238E27FC236}">
                <a16:creationId xmlns:a16="http://schemas.microsoft.com/office/drawing/2014/main" id="{5E0583C6-7096-21BC-EA57-E8E08B80460B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7" name="reference_5">
            <a:extLst>
              <a:ext uri="{FF2B5EF4-FFF2-40B4-BE49-F238E27FC236}">
                <a16:creationId xmlns:a16="http://schemas.microsoft.com/office/drawing/2014/main" id="{E7A7E5C4-3837-5C6B-5637-AD003219BC45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345</Words>
  <Application>Microsoft Office PowerPoint</Application>
  <PresentationFormat>Personnalisé</PresentationFormat>
  <Paragraphs>60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Century Gothic Paneuropean</vt:lpstr>
      <vt:lpstr>Glacial Indifference Bold</vt:lpstr>
      <vt:lpstr>Calibri</vt:lpstr>
      <vt:lpstr>Arial</vt:lpstr>
      <vt:lpstr>Century Gothic Paneuropean Bold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CV-FARGAS MICKAEL</dc:title>
  <dc:creator>Admin</dc:creator>
  <cp:lastModifiedBy>Stephane BERTIN</cp:lastModifiedBy>
  <cp:revision>2</cp:revision>
  <dcterms:created xsi:type="dcterms:W3CDTF">2006-08-16T00:00:00Z</dcterms:created>
  <dcterms:modified xsi:type="dcterms:W3CDTF">2025-09-18T13:29:26Z</dcterms:modified>
  <dc:identifier>DAGhmqqK0uI</dc:identifier>
</cp:coreProperties>
</file>