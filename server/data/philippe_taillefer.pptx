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1D1E3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Philippe TAILLEFER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53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Associé ISOEDRE </a:t>
            </a:r>
          </a:p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Coordinateur d’agence</a:t>
            </a:r>
          </a:p>
          <a:p>
            <a:pPr marL="0" lvl="0" indent="0" algn="just">
              <a:lnSpc>
                <a:spcPts val="1410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06 09 52 51 20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philippetaillefer@groupe-isoedre.fr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6"/>
              <a:stretch>
                <a:fillRect l="-12930" t="-28309" r="-444" b="-11979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79395" y="5987067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130573" y="5956300"/>
            <a:ext cx="3762668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>
            <a:off x="3101553" y="2969899"/>
            <a:ext cx="4242044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758208" y="5599549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27291" y="5692228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784928" y="-231162"/>
            <a:ext cx="1064577" cy="751690"/>
          </a:xfrm>
          <a:custGeom>
            <a:avLst/>
            <a:gdLst/>
            <a:ahLst/>
            <a:cxnLst/>
            <a:rect l="l" t="t" r="r" b="b"/>
            <a:pathLst>
              <a:path w="1064577" h="751690">
                <a:moveTo>
                  <a:pt x="0" y="0"/>
                </a:moveTo>
                <a:lnTo>
                  <a:pt x="1064576" y="0"/>
                </a:lnTo>
                <a:lnTo>
                  <a:pt x="1064576" y="751690"/>
                </a:lnTo>
                <a:lnTo>
                  <a:pt x="0" y="7516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26316" r="-19932" b="-3606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427291" y="6153754"/>
            <a:ext cx="216999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Direction d’entreprise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7291" y="6377984"/>
            <a:ext cx="2230014" cy="1015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Développement technique et commercial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Définition des orientations stratégiques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administrative, économique et financière de la structure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Supervision et encadrement des équipes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97283" y="2998474"/>
            <a:ext cx="2491956" cy="2413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Certificat d’aptitude d’expertise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Cour d’appel Aix en Pce - UCECAAP - 2012</a:t>
            </a:r>
          </a:p>
          <a:p>
            <a:pPr algn="l">
              <a:lnSpc>
                <a:spcPts val="1757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Service Militaire BA125, Aide programmeur pupitreur 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1995</a:t>
            </a:r>
          </a:p>
          <a:p>
            <a:pPr algn="l">
              <a:lnSpc>
                <a:spcPts val="1757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Maitrise Science économique option ingénierie économique et financière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Faculté de Montpellier - 1990 à 1994</a:t>
            </a:r>
          </a:p>
          <a:p>
            <a:pPr algn="l">
              <a:lnSpc>
                <a:spcPts val="1757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Faculté de Pharmacie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1988 à 1989</a:t>
            </a:r>
          </a:p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Baccalauréat Série C</a:t>
            </a:r>
          </a:p>
          <a:p>
            <a:pPr algn="l">
              <a:lnSpc>
                <a:spcPts val="1405"/>
              </a:lnSpc>
            </a:pPr>
            <a:r>
              <a:rPr lang="en-US" sz="799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1987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388" y="5736634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328785" y="5648717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</a:t>
            </a:r>
            <a:r>
              <a:rPr lang="en-US" sz="1200" b="1" u="none" strike="noStrike" spc="36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significatives</a:t>
            </a:r>
            <a:endParaRPr lang="en-US" sz="1200" b="1" u="none" strike="noStrike" spc="36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130573" y="3179449"/>
            <a:ext cx="4046146" cy="2549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Associé / Coordinateur d’agence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MBINGENIERIE puis ISOEDRE - Depuis 2025</a:t>
            </a:r>
          </a:p>
          <a:p>
            <a:pPr algn="l">
              <a:lnSpc>
                <a:spcPts val="1920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en Rénovation Energétique -</a:t>
            </a:r>
            <a:r>
              <a:rPr lang="en-US" sz="1000" spc="4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Société CTI puis MBINGENIERIE - 2020 à fin 2024</a:t>
            </a:r>
          </a:p>
          <a:p>
            <a:pPr algn="l">
              <a:lnSpc>
                <a:spcPts val="1920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Gérant majoritaire</a:t>
            </a:r>
            <a:r>
              <a:rPr lang="en-US" sz="1000" spc="4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entreprise familiale de fabrication de peinture</a:t>
            </a: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- </a:t>
            </a:r>
            <a:r>
              <a:rPr lang="en-US" sz="1000" spc="4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BATIPEINT SUD - 2003 à ce jour</a:t>
            </a:r>
          </a:p>
          <a:p>
            <a:pPr algn="just">
              <a:lnSpc>
                <a:spcPts val="1920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Responsable commercial entreprise familiale de fabrication de peinture - </a:t>
            </a:r>
            <a:r>
              <a:rPr lang="en-US" sz="1000" spc="4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BATIPEINT SUD - 1995 à 2003</a:t>
            </a:r>
          </a:p>
          <a:p>
            <a:pPr algn="just">
              <a:lnSpc>
                <a:spcPts val="1920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Mission de sapiteur auprès d’expert judiciaire - </a:t>
            </a:r>
            <a:r>
              <a:rPr lang="en-US" sz="1000" spc="4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2013</a:t>
            </a:r>
          </a:p>
          <a:p>
            <a:pPr algn="just">
              <a:lnSpc>
                <a:spcPts val="1920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Mission de conseil auprès de maîtres d’oeuvre -</a:t>
            </a:r>
            <a:r>
              <a:rPr lang="en-US" sz="1000" spc="4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2015-2020</a:t>
            </a:r>
          </a:p>
          <a:p>
            <a:pPr algn="just">
              <a:lnSpc>
                <a:spcPts val="1536"/>
              </a:lnSpc>
            </a:pPr>
            <a:endParaRPr lang="en-US" sz="1000" spc="4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27291" y="7476756"/>
            <a:ext cx="216999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 /Suivi travaux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97283" y="7737563"/>
            <a:ext cx="2230014" cy="2031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relevés et métrés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Diagnostic des ouvrages et prise en compte des facteurs d’influence internes et externes liés aux projets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charges administratifs et techniques TCE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travaux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Constitution des dossiers d’appel d’offres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Organisation et suivi multi corps d’état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Conduite de réunions de chantier et réalisation comptes rendus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Assistance aux opérations de réception de chantier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....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97283" y="9854660"/>
            <a:ext cx="216999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Expertise Judiciaire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97283" y="10134059"/>
            <a:ext cx="2230014" cy="25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Règlementation des opérations de ravalement façades / étanchéité</a:t>
            </a:r>
          </a:p>
        </p:txBody>
      </p:sp>
      <p:sp>
        <p:nvSpPr>
          <p:cNvPr id="56" name="reference_1">
            <a:extLst>
              <a:ext uri="{FF2B5EF4-FFF2-40B4-BE49-F238E27FC236}">
                <a16:creationId xmlns:a16="http://schemas.microsoft.com/office/drawing/2014/main" id="{C1E410CE-75B8-0E45-4006-58B0E7A51A52}"/>
              </a:ext>
            </a:extLst>
          </p:cNvPr>
          <p:cNvSpPr txBox="1"/>
          <p:nvPr/>
        </p:nvSpPr>
        <p:spPr>
          <a:xfrm>
            <a:off x="3195893" y="6032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7" name="reference_2">
            <a:extLst>
              <a:ext uri="{FF2B5EF4-FFF2-40B4-BE49-F238E27FC236}">
                <a16:creationId xmlns:a16="http://schemas.microsoft.com/office/drawing/2014/main" id="{AE999710-CECD-FE2B-76DF-411D3E7A3B21}"/>
              </a:ext>
            </a:extLst>
          </p:cNvPr>
          <p:cNvSpPr txBox="1"/>
          <p:nvPr/>
        </p:nvSpPr>
        <p:spPr>
          <a:xfrm>
            <a:off x="5229319" y="68707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8" name="reference_3">
            <a:extLst>
              <a:ext uri="{FF2B5EF4-FFF2-40B4-BE49-F238E27FC236}">
                <a16:creationId xmlns:a16="http://schemas.microsoft.com/office/drawing/2014/main" id="{2CBAF3DC-773E-423E-D953-223FBCE19847}"/>
              </a:ext>
            </a:extLst>
          </p:cNvPr>
          <p:cNvSpPr txBox="1"/>
          <p:nvPr/>
        </p:nvSpPr>
        <p:spPr>
          <a:xfrm>
            <a:off x="3272958" y="80136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9" name="reference_4">
            <a:extLst>
              <a:ext uri="{FF2B5EF4-FFF2-40B4-BE49-F238E27FC236}">
                <a16:creationId xmlns:a16="http://schemas.microsoft.com/office/drawing/2014/main" id="{BFDBF686-47B4-53CB-F54C-D84FEA69227E}"/>
              </a:ext>
            </a:extLst>
          </p:cNvPr>
          <p:cNvSpPr txBox="1"/>
          <p:nvPr/>
        </p:nvSpPr>
        <p:spPr>
          <a:xfrm>
            <a:off x="5229319" y="89280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60" name="reference_5">
            <a:extLst>
              <a:ext uri="{FF2B5EF4-FFF2-40B4-BE49-F238E27FC236}">
                <a16:creationId xmlns:a16="http://schemas.microsoft.com/office/drawing/2014/main" id="{1C4D3CAF-2D68-3FEE-0629-8877F3B93515}"/>
              </a:ext>
            </a:extLst>
          </p:cNvPr>
          <p:cNvSpPr txBox="1"/>
          <p:nvPr/>
        </p:nvSpPr>
        <p:spPr>
          <a:xfrm>
            <a:off x="3307406" y="9842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429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CV-TAILLEFER PHILIPPE</dc:title>
  <cp:lastModifiedBy>Stephane BERTIN</cp:lastModifiedBy>
  <cp:revision>2</cp:revision>
  <dcterms:created xsi:type="dcterms:W3CDTF">2006-08-16T00:00:00Z</dcterms:created>
  <dcterms:modified xsi:type="dcterms:W3CDTF">2025-09-15T06:48:47Z</dcterms:modified>
  <dc:identifier>DAGcuWcFxvM</dc:identifier>
</cp:coreProperties>
</file>