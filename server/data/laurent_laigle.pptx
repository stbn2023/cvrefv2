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Laurent LAIGLE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Responsable pôle conception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conception TCE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06 78 23 82 99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laurentlaigle@groupe-isoedre.fr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6039207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088553" y="5006693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30432" y="4650458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6200" y="5716052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2"/>
                </a:lnTo>
                <a:lnTo>
                  <a:pt x="0" y="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386200" y="6154570"/>
            <a:ext cx="2230014" cy="323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 / Suivi Chantier</a:t>
            </a:r>
          </a:p>
          <a:p>
            <a:pPr algn="l">
              <a:lnSpc>
                <a:spcPts val="142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Etudes de faisabilité économique des projets (toutes phases).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Rédaction des pièces écrites, aux différents stades d’avancement des études (APS, APD, PRO/DCE).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d’approches financières et estimation des coûts prévisionnels des travaux suivant l’avancement du projet.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Rechercher les solutions techniques les mieux adaptés en collaboration avec l’architecte du projet et bureaux d'études spécialisés.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Analyse, mise au point technique des offres et l’établissement des rapports de consultation.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missions de suivi des chantiers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56192" y="3117536"/>
            <a:ext cx="2491956" cy="121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B.T.S ETUDE ET ECONOMIE DE LA CONSTRUCTION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Ecotec Paris -  1999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QUALIFICATION TECHNICIEN EN ETUDE DE PRIX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Ecotec Paris - 1998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5855" y="5742332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86765" y="4709818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39006" y="3367638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 à 2025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9644" y="4595634"/>
            <a:ext cx="2491956" cy="38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BACCALAUREAT F4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Provins - 1994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39006" y="4116607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Bureau d’étude généraliste - 2003 à 2006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39006" y="3637348"/>
            <a:ext cx="404614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Cabinet d’économiste de la construction - 2006 à 2022</a:t>
            </a:r>
          </a:p>
        </p:txBody>
      </p:sp>
      <p:grpSp>
        <p:nvGrpSpPr>
          <p:cNvPr id="46" name="Group 46"/>
          <p:cNvGrpSpPr>
            <a:grpSpLocks noChangeAspect="1"/>
          </p:cNvGrpSpPr>
          <p:nvPr/>
        </p:nvGrpSpPr>
        <p:grpSpPr>
          <a:xfrm rot="5400000">
            <a:off x="502151" y="-554419"/>
            <a:ext cx="2356573" cy="3438010"/>
            <a:chOff x="0" y="0"/>
            <a:chExt cx="4372610" cy="6379210"/>
          </a:xfrm>
        </p:grpSpPr>
        <p:sp>
          <p:nvSpPr>
            <p:cNvPr id="47" name="Freeform 47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502" b="-8233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155538" y="3097928"/>
            <a:ext cx="409538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PÔLE CONCEPTION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ISOEDRE - Depuis 2025</a:t>
            </a:r>
          </a:p>
        </p:txBody>
      </p:sp>
      <p:sp>
        <p:nvSpPr>
          <p:cNvPr id="50" name="reference_1">
            <a:extLst>
              <a:ext uri="{FF2B5EF4-FFF2-40B4-BE49-F238E27FC236}">
                <a16:creationId xmlns:a16="http://schemas.microsoft.com/office/drawing/2014/main" id="{6BA47A2D-FB2D-B204-FEA4-DA3898BF3905}"/>
              </a:ext>
            </a:extLst>
          </p:cNvPr>
          <p:cNvSpPr txBox="1"/>
          <p:nvPr/>
        </p:nvSpPr>
        <p:spPr>
          <a:xfrm>
            <a:off x="3195893" y="5194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2">
            <a:extLst>
              <a:ext uri="{FF2B5EF4-FFF2-40B4-BE49-F238E27FC236}">
                <a16:creationId xmlns:a16="http://schemas.microsoft.com/office/drawing/2014/main" id="{D4B5CDF2-55F7-6A3A-704D-04A897525A2A}"/>
              </a:ext>
            </a:extLst>
          </p:cNvPr>
          <p:cNvSpPr txBox="1"/>
          <p:nvPr/>
        </p:nvSpPr>
        <p:spPr>
          <a:xfrm>
            <a:off x="5229319" y="6032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3">
            <a:extLst>
              <a:ext uri="{FF2B5EF4-FFF2-40B4-BE49-F238E27FC236}">
                <a16:creationId xmlns:a16="http://schemas.microsoft.com/office/drawing/2014/main" id="{277D65FD-24EE-7543-244D-9E810B8E9037}"/>
              </a:ext>
            </a:extLst>
          </p:cNvPr>
          <p:cNvSpPr txBox="1"/>
          <p:nvPr/>
        </p:nvSpPr>
        <p:spPr>
          <a:xfrm>
            <a:off x="3272958" y="7175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4">
            <a:extLst>
              <a:ext uri="{FF2B5EF4-FFF2-40B4-BE49-F238E27FC236}">
                <a16:creationId xmlns:a16="http://schemas.microsoft.com/office/drawing/2014/main" id="{75D3FA7B-43A0-920E-71C7-08EA59F2BEE0}"/>
              </a:ext>
            </a:extLst>
          </p:cNvPr>
          <p:cNvSpPr txBox="1"/>
          <p:nvPr/>
        </p:nvSpPr>
        <p:spPr>
          <a:xfrm>
            <a:off x="5229319" y="8089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5">
            <a:extLst>
              <a:ext uri="{FF2B5EF4-FFF2-40B4-BE49-F238E27FC236}">
                <a16:creationId xmlns:a16="http://schemas.microsoft.com/office/drawing/2014/main" id="{37310BE2-9797-8696-3F91-59A7F4874DE3}"/>
              </a:ext>
            </a:extLst>
          </p:cNvPr>
          <p:cNvSpPr txBox="1"/>
          <p:nvPr/>
        </p:nvSpPr>
        <p:spPr>
          <a:xfrm>
            <a:off x="3307406" y="9004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Personnalisé</PresentationFormat>
  <Paragraphs>49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CV-LAIGLE LAURENT</dc:title>
  <cp:lastModifiedBy>Stephane BERTIN</cp:lastModifiedBy>
  <cp:revision>2</cp:revision>
  <dcterms:created xsi:type="dcterms:W3CDTF">2006-08-16T00:00:00Z</dcterms:created>
  <dcterms:modified xsi:type="dcterms:W3CDTF">2025-09-15T06:43:25Z</dcterms:modified>
  <dc:identifier>DAGgTKyBKWI</dc:identifier>
</cp:coreProperties>
</file>