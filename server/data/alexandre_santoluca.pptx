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SANTOLUCA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68800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28155" y="1613531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07 86 15 15 31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alexandresantoluca@groupe-isoedre.fr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47124" y="1599450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6192" y="6143229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64033" y="5795853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05912" y="5439618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86200" y="5820074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2"/>
                </a:lnTo>
                <a:lnTo>
                  <a:pt x="0" y="2609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5855" y="5846354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62245" y="5498978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9727" y="3347637"/>
            <a:ext cx="2384262" cy="194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BTS TRAVAUX PUBLICS,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 alternance chez FREYSSINET (Groupe VINCI) - LYCEE DIDEROT, MARSEILLE  - 2014 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BACCALAUREAT STI GENIE CIVIL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avec mention</a:t>
            </a: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- 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LYCEE DHUODA, NIMES - 2012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69612" y="3212786"/>
            <a:ext cx="4188207" cy="171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8"/>
              </a:lnSpc>
            </a:pPr>
            <a:r>
              <a:rPr lang="en-US" sz="778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-</a:t>
            </a:r>
            <a:r>
              <a:rPr lang="en-US" sz="778" spc="3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ISOEDRE - Depuis 2025</a:t>
            </a:r>
          </a:p>
          <a:p>
            <a:pPr algn="l">
              <a:lnSpc>
                <a:spcPts val="1368"/>
              </a:lnSpc>
            </a:pPr>
            <a:endParaRPr lang="en-US" sz="778" spc="3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68"/>
              </a:lnSpc>
            </a:pPr>
            <a:r>
              <a:rPr lang="en-US" sz="778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TECHNICIEN SONDEUR/BUREAU D’ETUDE DE SOL/CHEF DE PARC </a:t>
            </a:r>
            <a:r>
              <a:rPr lang="en-US" sz="778" spc="3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GO TECHNIQUES - 2021 à 2023</a:t>
            </a:r>
          </a:p>
          <a:p>
            <a:pPr algn="l">
              <a:lnSpc>
                <a:spcPts val="1368"/>
              </a:lnSpc>
            </a:pPr>
            <a:endParaRPr lang="en-US" sz="778" spc="3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68"/>
              </a:lnSpc>
            </a:pPr>
            <a:r>
              <a:rPr lang="en-US" sz="778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D’EQUIPE </a:t>
            </a:r>
            <a:r>
              <a:rPr lang="en-US" sz="778" spc="3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AUGLANS SAS - 2017 à 2021</a:t>
            </a:r>
          </a:p>
          <a:p>
            <a:pPr algn="l">
              <a:lnSpc>
                <a:spcPts val="1368"/>
              </a:lnSpc>
            </a:pPr>
            <a:endParaRPr lang="en-US" sz="778" spc="3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68"/>
              </a:lnSpc>
            </a:pPr>
            <a:r>
              <a:rPr lang="en-US" sz="778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QUALIFIE, </a:t>
            </a:r>
            <a:r>
              <a:rPr lang="en-US" sz="778" spc="3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GENERALE - 2014 à 2017</a:t>
            </a:r>
          </a:p>
          <a:p>
            <a:pPr algn="l">
              <a:lnSpc>
                <a:spcPts val="1368"/>
              </a:lnSpc>
            </a:pPr>
            <a:endParaRPr lang="en-US" sz="778" spc="3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68"/>
              </a:lnSpc>
            </a:pPr>
            <a:r>
              <a:rPr lang="en-US" sz="778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APPRENTI CHEF DE CHANTIER </a:t>
            </a:r>
            <a:r>
              <a:rPr lang="en-US" sz="778" spc="3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 FREYSSINET SUD-EST - 2012 à 2014</a:t>
            </a:r>
          </a:p>
        </p:txBody>
      </p:sp>
      <p:grpSp>
        <p:nvGrpSpPr>
          <p:cNvPr id="34" name="Group 34"/>
          <p:cNvGrpSpPr>
            <a:grpSpLocks noChangeAspect="1"/>
          </p:cNvGrpSpPr>
          <p:nvPr/>
        </p:nvGrpSpPr>
        <p:grpSpPr>
          <a:xfrm rot="5400000">
            <a:off x="514233" y="-481641"/>
            <a:ext cx="2241146" cy="3269612"/>
            <a:chOff x="0" y="0"/>
            <a:chExt cx="4372610" cy="6379210"/>
          </a:xfrm>
        </p:grpSpPr>
        <p:sp>
          <p:nvSpPr>
            <p:cNvPr id="35" name="Freeform 35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7" name="Group 37"/>
          <p:cNvGrpSpPr>
            <a:grpSpLocks noChangeAspect="1"/>
          </p:cNvGrpSpPr>
          <p:nvPr/>
        </p:nvGrpSpPr>
        <p:grpSpPr>
          <a:xfrm rot="5400000">
            <a:off x="452531" y="-559145"/>
            <a:ext cx="2342714" cy="3417790"/>
            <a:chOff x="0" y="0"/>
            <a:chExt cx="4372610" cy="6379210"/>
          </a:xfrm>
        </p:grpSpPr>
        <p:sp>
          <p:nvSpPr>
            <p:cNvPr id="38" name="Freeform 38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0" name="Group 40"/>
          <p:cNvGrpSpPr>
            <a:grpSpLocks noChangeAspect="1"/>
          </p:cNvGrpSpPr>
          <p:nvPr/>
        </p:nvGrpSpPr>
        <p:grpSpPr>
          <a:xfrm rot="5400000">
            <a:off x="456014" y="-549425"/>
            <a:ext cx="2334807" cy="3406256"/>
            <a:chOff x="0" y="0"/>
            <a:chExt cx="4372610" cy="6379210"/>
          </a:xfrm>
        </p:grpSpPr>
        <p:sp>
          <p:nvSpPr>
            <p:cNvPr id="41" name="Freeform 41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7"/>
              <a:stretch>
                <a:fillRect l="-4391" t="-53380" b="-4925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99727" y="6570549"/>
            <a:ext cx="2384262" cy="266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 et coordination</a:t>
            </a:r>
          </a:p>
          <a:p>
            <a:pPr algn="l">
              <a:lnSpc>
                <a:spcPts val="1559"/>
              </a:lnSpc>
            </a:pPr>
            <a:endParaRPr lang="en-US" sz="1299" spc="38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commercial et relation client</a:t>
            </a:r>
          </a:p>
          <a:p>
            <a:pPr algn="l">
              <a:lnSpc>
                <a:spcPts val="1559"/>
              </a:lnSpc>
            </a:pPr>
            <a:endParaRPr lang="en-US" sz="1299" spc="38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Réponse aux appels d’offres</a:t>
            </a:r>
          </a:p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Négociation et suivi contractuel</a:t>
            </a:r>
          </a:p>
          <a:p>
            <a:pPr algn="l">
              <a:lnSpc>
                <a:spcPts val="1559"/>
              </a:lnSpc>
            </a:pPr>
            <a:endParaRPr lang="en-US" sz="1299" spc="38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budgétaire et financière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F811E973-4930-1766-28B7-15C1F8756B95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D88FF502-49BD-F1CA-C325-420E112A6F42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7AF24F3A-D418-483D-7321-261C30ACC626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7B1D843C-3EE7-EA51-6C21-D7B73039DAE5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76462911-0BEF-2A40-4C6F-FCB58C1BA782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Personnalisé</PresentationFormat>
  <Paragraphs>50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CV-SANTOLUCA ALEXANDRE</dc:title>
  <cp:lastModifiedBy>Stephane BERTIN</cp:lastModifiedBy>
  <cp:revision>2</cp:revision>
  <dcterms:created xsi:type="dcterms:W3CDTF">2006-08-16T00:00:00Z</dcterms:created>
  <dcterms:modified xsi:type="dcterms:W3CDTF">2025-09-15T06:30:16Z</dcterms:modified>
  <dc:identifier>DAGhtDW3Rs4</dc:identifier>
</cp:coreProperties>
</file>