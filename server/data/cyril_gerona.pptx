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Cyril GERONA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24403"/>
            <a:ext cx="3539173" cy="18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d’affaires TCE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87922" y="1599739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06 78 03 06 01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cyrilgerona@groupe-isoedre.fr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15134" y="4375464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Freeform 21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463030" y="4080625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26" name="Group 26"/>
          <p:cNvGrpSpPr>
            <a:grpSpLocks noChangeAspect="1"/>
          </p:cNvGrpSpPr>
          <p:nvPr/>
        </p:nvGrpSpPr>
        <p:grpSpPr>
          <a:xfrm rot="5400000">
            <a:off x="435114" y="-602554"/>
            <a:ext cx="2371817" cy="3460249"/>
            <a:chOff x="0" y="0"/>
            <a:chExt cx="4372610" cy="6379210"/>
          </a:xfrm>
        </p:grpSpPr>
        <p:sp>
          <p:nvSpPr>
            <p:cNvPr id="27" name="Freeform 27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4"/>
              <a:stretch>
                <a:fillRect t="-36610" b="-8222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3123910" y="5632441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3765789" y="5276206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Freeform 31"/>
          <p:cNvSpPr/>
          <p:nvPr/>
        </p:nvSpPr>
        <p:spPr>
          <a:xfrm flipH="1">
            <a:off x="86541" y="-672652"/>
            <a:ext cx="2872132" cy="2974355"/>
          </a:xfrm>
          <a:custGeom>
            <a:avLst/>
            <a:gdLst/>
            <a:ahLst/>
            <a:cxnLst/>
            <a:rect l="l" t="t" r="r" b="b"/>
            <a:pathLst>
              <a:path w="2872132" h="2974355">
                <a:moveTo>
                  <a:pt x="2872132" y="0"/>
                </a:moveTo>
                <a:lnTo>
                  <a:pt x="0" y="0"/>
                </a:lnTo>
                <a:lnTo>
                  <a:pt x="0" y="2974355"/>
                </a:lnTo>
                <a:lnTo>
                  <a:pt x="2872132" y="2974355"/>
                </a:lnTo>
                <a:lnTo>
                  <a:pt x="2872132" y="0"/>
                </a:lnTo>
                <a:close/>
              </a:path>
            </a:pathLst>
          </a:custGeom>
          <a:blipFill>
            <a:blip r:embed="rId17"/>
            <a:stretch>
              <a:fillRect b="-2875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2" name="TextBox 32"/>
          <p:cNvSpPr txBox="1"/>
          <p:nvPr/>
        </p:nvSpPr>
        <p:spPr>
          <a:xfrm>
            <a:off x="280953" y="4758250"/>
            <a:ext cx="2483308" cy="337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1157" lvl="1" indent="-130579" algn="l">
              <a:lnSpc>
                <a:spcPts val="1572"/>
              </a:lnSpc>
              <a:buFont typeface="Arial"/>
              <a:buChar char="•"/>
            </a:pPr>
            <a:r>
              <a:rPr lang="en-US" sz="1209" spc="24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 projet et coordination</a:t>
            </a:r>
          </a:p>
          <a:p>
            <a:pPr algn="l">
              <a:lnSpc>
                <a:spcPts val="1572"/>
              </a:lnSpc>
            </a:pPr>
            <a:endParaRPr lang="en-US" sz="1209" spc="24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61157" lvl="1" indent="-130579" algn="l">
              <a:lnSpc>
                <a:spcPts val="1572"/>
              </a:lnSpc>
              <a:buFont typeface="Arial"/>
              <a:buChar char="•"/>
            </a:pPr>
            <a:r>
              <a:rPr lang="en-US" sz="1209" spc="24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Connaissances techniques en TCE</a:t>
            </a:r>
          </a:p>
          <a:p>
            <a:pPr algn="l">
              <a:lnSpc>
                <a:spcPts val="1572"/>
              </a:lnSpc>
            </a:pPr>
            <a:endParaRPr lang="en-US" sz="1209" spc="24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61157" lvl="1" indent="-130579" algn="l">
              <a:lnSpc>
                <a:spcPts val="1572"/>
              </a:lnSpc>
              <a:buFont typeface="Arial"/>
              <a:buChar char="•"/>
            </a:pPr>
            <a:r>
              <a:rPr lang="en-US" sz="1209" spc="24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Compétences commerciales et relationnelles</a:t>
            </a:r>
          </a:p>
          <a:p>
            <a:pPr algn="l">
              <a:lnSpc>
                <a:spcPts val="1572"/>
              </a:lnSpc>
            </a:pPr>
            <a:endParaRPr lang="en-US" sz="1209" spc="24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61157" lvl="1" indent="-130579" algn="l">
              <a:lnSpc>
                <a:spcPts val="1572"/>
              </a:lnSpc>
              <a:buFont typeface="Arial"/>
              <a:buChar char="•"/>
            </a:pPr>
            <a:r>
              <a:rPr lang="en-US" sz="1209" spc="24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financière et administrative</a:t>
            </a:r>
          </a:p>
          <a:p>
            <a:pPr algn="l">
              <a:lnSpc>
                <a:spcPts val="1572"/>
              </a:lnSpc>
            </a:pPr>
            <a:endParaRPr lang="en-US" sz="1209" spc="24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61157" lvl="1" indent="-130579" algn="l">
              <a:lnSpc>
                <a:spcPts val="1572"/>
              </a:lnSpc>
              <a:buFont typeface="Arial"/>
              <a:buChar char="•"/>
            </a:pPr>
            <a:r>
              <a:rPr lang="en-US" sz="1209" spc="24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Maîtrise des outils et logiciels</a:t>
            </a:r>
          </a:p>
          <a:p>
            <a:pPr algn="l">
              <a:lnSpc>
                <a:spcPts val="1572"/>
              </a:lnSpc>
            </a:pPr>
            <a:endParaRPr lang="en-US" sz="1209" spc="24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29"/>
              </a:lnSpc>
            </a:pPr>
            <a:endParaRPr lang="en-US" sz="1209" spc="24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58"/>
              </a:lnSpc>
            </a:pPr>
            <a:endParaRPr lang="en-US" sz="1209" spc="24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72"/>
              </a:lnSpc>
            </a:pPr>
            <a:endParaRPr lang="en-US" sz="1209" spc="24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1156" y="3198864"/>
            <a:ext cx="2580444" cy="624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1099" b="1" spc="5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Baccalauréat Scientifique</a:t>
            </a:r>
          </a:p>
          <a:p>
            <a:pPr algn="l">
              <a:lnSpc>
                <a:spcPts val="1581"/>
              </a:lnSpc>
            </a:pP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Jules Guesde -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2010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06127" y="412503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23910" y="3174686"/>
            <a:ext cx="4199556" cy="1784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D'AFFAIRE TCE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MBIngénierie puis ISOEDRE - Depuis 2024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RESPONSABLE TECHNIQUE, SUIVI DE CHANTIER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ITH ECOENERGIE </a:t>
            </a:r>
          </a:p>
          <a:p>
            <a:pPr marL="0" lvl="0" indent="0" algn="l">
              <a:lnSpc>
                <a:spcPts val="1581"/>
              </a:lnSpc>
            </a:pP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 à 2024</a:t>
            </a:r>
          </a:p>
          <a:p>
            <a:pPr marL="0" lvl="0" indent="0"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TECHNICO-COMMERCIAL, RELATION CLIENT, PRESCRIPTION TECHNIQUE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DECOGELY - 2020 à 2022</a:t>
            </a:r>
          </a:p>
          <a:p>
            <a:pPr marL="0" lvl="0" indent="0"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MANUTENTIONNAIRE INGÉNIERIE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- 2010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22122" y="5335566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43" name="reference_1">
            <a:extLst>
              <a:ext uri="{FF2B5EF4-FFF2-40B4-BE49-F238E27FC236}">
                <a16:creationId xmlns:a16="http://schemas.microsoft.com/office/drawing/2014/main" id="{A99DB688-3B09-551F-9AA9-33172C869B97}"/>
              </a:ext>
            </a:extLst>
          </p:cNvPr>
          <p:cNvSpPr txBox="1"/>
          <p:nvPr/>
        </p:nvSpPr>
        <p:spPr>
          <a:xfrm>
            <a:off x="3195893" y="58039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4" name="reference_2">
            <a:extLst>
              <a:ext uri="{FF2B5EF4-FFF2-40B4-BE49-F238E27FC236}">
                <a16:creationId xmlns:a16="http://schemas.microsoft.com/office/drawing/2014/main" id="{16235EE0-4856-FF6C-2BD6-483214FE8AD0}"/>
              </a:ext>
            </a:extLst>
          </p:cNvPr>
          <p:cNvSpPr txBox="1"/>
          <p:nvPr/>
        </p:nvSpPr>
        <p:spPr>
          <a:xfrm>
            <a:off x="5229319" y="66421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5" name="reference_3">
            <a:extLst>
              <a:ext uri="{FF2B5EF4-FFF2-40B4-BE49-F238E27FC236}">
                <a16:creationId xmlns:a16="http://schemas.microsoft.com/office/drawing/2014/main" id="{539604F5-95E6-082C-E817-BE1321CB22C9}"/>
              </a:ext>
            </a:extLst>
          </p:cNvPr>
          <p:cNvSpPr txBox="1"/>
          <p:nvPr/>
        </p:nvSpPr>
        <p:spPr>
          <a:xfrm>
            <a:off x="3272958" y="77850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6" name="reference_4">
            <a:extLst>
              <a:ext uri="{FF2B5EF4-FFF2-40B4-BE49-F238E27FC236}">
                <a16:creationId xmlns:a16="http://schemas.microsoft.com/office/drawing/2014/main" id="{BF44460A-566D-8398-7CAA-C60B30C157F3}"/>
              </a:ext>
            </a:extLst>
          </p:cNvPr>
          <p:cNvSpPr txBox="1"/>
          <p:nvPr/>
        </p:nvSpPr>
        <p:spPr>
          <a:xfrm>
            <a:off x="5229319" y="8699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7" name="reference_5">
            <a:extLst>
              <a:ext uri="{FF2B5EF4-FFF2-40B4-BE49-F238E27FC236}">
                <a16:creationId xmlns:a16="http://schemas.microsoft.com/office/drawing/2014/main" id="{94F483C2-AFC1-3EC6-FF18-CEB1B1B19FA6}"/>
              </a:ext>
            </a:extLst>
          </p:cNvPr>
          <p:cNvSpPr txBox="1"/>
          <p:nvPr/>
        </p:nvSpPr>
        <p:spPr>
          <a:xfrm>
            <a:off x="3307406" y="9613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Personnalisé</PresentationFormat>
  <Paragraphs>50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CV-GERONA CYRIL</dc:title>
  <cp:lastModifiedBy>Stephane BERTIN</cp:lastModifiedBy>
  <cp:revision>2</cp:revision>
  <dcterms:created xsi:type="dcterms:W3CDTF">2006-08-16T00:00:00Z</dcterms:created>
  <dcterms:modified xsi:type="dcterms:W3CDTF">2025-09-15T06:36:38Z</dcterms:modified>
  <dc:identifier>DAGgS37sS_4</dc:identifier>
</cp:coreProperties>
</file>