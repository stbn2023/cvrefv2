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Frédéric PERINI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82175" y="112440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TCE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1128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06 15 72 62 10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fredericperini@groupe-isoedre.fr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4529283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04618" y="4903651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46498" y="4547416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04088" y="4234444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427291" y="4863281"/>
            <a:ext cx="2230014" cy="425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 des lots techniques (TCE : Tous Corps d'État)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Chiffrage et estimation des coûts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commerciale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relations clients et fournisseurs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des chantiers et coordination des équipes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normes et réglementations du BTP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Capacité d’analyse et de résolution de problèmes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Planification et organisation</a:t>
            </a:r>
          </a:p>
          <a:p>
            <a:pPr marL="215901" lvl="1" indent="-107951" algn="l">
              <a:lnSpc>
                <a:spcPts val="188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Compétences en communication et reporting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9644" y="3208916"/>
            <a:ext cx="2491956" cy="5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Maitrise droit des affaires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Faculté de Droit d’Aix Marseille -  1992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47185" y="4278850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02831" y="4606776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01553" y="3127061"/>
            <a:ext cx="40953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TCE 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01553" y="3396771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COGERANT P.M.E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S.A.R.L REHBILITATION SUD - 2000 à 2021</a:t>
            </a:r>
          </a:p>
        </p:txBody>
      </p:sp>
      <p:grpSp>
        <p:nvGrpSpPr>
          <p:cNvPr id="43" name="Group 43"/>
          <p:cNvGrpSpPr>
            <a:grpSpLocks noChangeAspect="1"/>
          </p:cNvGrpSpPr>
          <p:nvPr/>
        </p:nvGrpSpPr>
        <p:grpSpPr>
          <a:xfrm rot="5400000">
            <a:off x="370699" y="-662507"/>
            <a:ext cx="2436742" cy="3554968"/>
            <a:chOff x="0" y="0"/>
            <a:chExt cx="4372610" cy="6379210"/>
          </a:xfrm>
        </p:grpSpPr>
        <p:sp>
          <p:nvSpPr>
            <p:cNvPr id="44" name="Freeform 44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28050" b="-907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6" name="Freeform 46"/>
          <p:cNvSpPr/>
          <p:nvPr/>
        </p:nvSpPr>
        <p:spPr>
          <a:xfrm>
            <a:off x="356192" y="-1282184"/>
            <a:ext cx="3090836" cy="3598657"/>
          </a:xfrm>
          <a:custGeom>
            <a:avLst/>
            <a:gdLst/>
            <a:ahLst/>
            <a:cxnLst/>
            <a:rect l="l" t="t" r="r" b="b"/>
            <a:pathLst>
              <a:path w="3090836" h="3598657">
                <a:moveTo>
                  <a:pt x="0" y="0"/>
                </a:moveTo>
                <a:lnTo>
                  <a:pt x="3090836" y="0"/>
                </a:lnTo>
                <a:lnTo>
                  <a:pt x="3090836" y="3598657"/>
                </a:lnTo>
                <a:lnTo>
                  <a:pt x="0" y="359865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0223" b="-549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7" name="TextBox 47"/>
          <p:cNvSpPr txBox="1"/>
          <p:nvPr/>
        </p:nvSpPr>
        <p:spPr>
          <a:xfrm>
            <a:off x="3117909" y="3596269"/>
            <a:ext cx="4199556" cy="49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LIQUIDATEUR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 société - 2021 à 2024 </a:t>
            </a: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D’AGENCE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SIKKENS (AZKO NOBEL), Nîmes - 1995 à 2000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42455F0-E8BE-3E55-54C1-417FF3CAD267}"/>
              </a:ext>
            </a:extLst>
          </p:cNvPr>
          <p:cNvSpPr txBox="1"/>
          <p:nvPr/>
        </p:nvSpPr>
        <p:spPr>
          <a:xfrm>
            <a:off x="3195893" y="5499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C94E24D0-25DE-6972-E930-D8C7B6C09913}"/>
              </a:ext>
            </a:extLst>
          </p:cNvPr>
          <p:cNvSpPr txBox="1"/>
          <p:nvPr/>
        </p:nvSpPr>
        <p:spPr>
          <a:xfrm>
            <a:off x="5229319" y="6337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52FB083A-6DE2-F001-3D16-E496B90FB052}"/>
              </a:ext>
            </a:extLst>
          </p:cNvPr>
          <p:cNvSpPr txBox="1"/>
          <p:nvPr/>
        </p:nvSpPr>
        <p:spPr>
          <a:xfrm>
            <a:off x="3272958" y="7480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591E23CF-1AC4-849D-EEC9-9FAA915F4DAB}"/>
              </a:ext>
            </a:extLst>
          </p:cNvPr>
          <p:cNvSpPr txBox="1"/>
          <p:nvPr/>
        </p:nvSpPr>
        <p:spPr>
          <a:xfrm>
            <a:off x="5229319" y="8394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388FE5BE-AAF3-AFD5-3AB8-97F39210FFC0}"/>
              </a:ext>
            </a:extLst>
          </p:cNvPr>
          <p:cNvSpPr txBox="1"/>
          <p:nvPr/>
        </p:nvSpPr>
        <p:spPr>
          <a:xfrm>
            <a:off x="3307406" y="9309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Personnalisé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CV-PERINI FREDERIC </dc:title>
  <cp:lastModifiedBy>Stephane BERTIN</cp:lastModifiedBy>
  <cp:revision>2</cp:revision>
  <dcterms:created xsi:type="dcterms:W3CDTF">2006-08-16T00:00:00Z</dcterms:created>
  <dcterms:modified xsi:type="dcterms:W3CDTF">2025-09-15T06:38:45Z</dcterms:modified>
  <dc:identifier>DAGgS8NJtYQ</dc:identifier>
</cp:coreProperties>
</file>