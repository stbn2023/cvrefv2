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50" d="100"/>
          <a:sy n="150" d="100"/>
        </p:scale>
        <p:origin x="-2430" y="-52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jpe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Christophe BARBOSA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59453"/>
            <a:ext cx="3539173" cy="53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Référent métier fluides </a:t>
            </a:r>
          </a:p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Docteur-Ingénieur Energéticien</a:t>
            </a:r>
          </a:p>
          <a:p>
            <a:pPr marL="0" lvl="0" indent="0" algn="just">
              <a:lnSpc>
                <a:spcPts val="1410"/>
              </a:lnSpc>
            </a:pPr>
            <a:endParaRPr lang="en-US" sz="1368" b="1">
              <a:solidFill>
                <a:srgbClr val="1D1E3C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45771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06 49 99 04 46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christophebarbosa@groupe-isoedre.fr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 rot="5400000">
            <a:off x="492716" y="-553190"/>
            <a:ext cx="2337303" cy="3409897"/>
            <a:chOff x="0" y="0"/>
            <a:chExt cx="4372610" cy="6379210"/>
          </a:xfrm>
        </p:grpSpPr>
        <p:sp>
          <p:nvSpPr>
            <p:cNvPr id="13" name="Freeform 13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427291" y="6603691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AutoShape 23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57298" y="6280535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TextBox 29"/>
          <p:cNvSpPr txBox="1"/>
          <p:nvPr/>
        </p:nvSpPr>
        <p:spPr>
          <a:xfrm>
            <a:off x="416717" y="6760854"/>
            <a:ext cx="2230014" cy="4170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0"/>
              </a:lnSpc>
            </a:pPr>
            <a:endParaRPr/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</a:t>
            </a: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d’études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Conception de systèmes C.V.C. tous types de bâtiments, rédaction de pièces écrites. 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Optimisation des performances énergétiques des bâtiments neufs et existants. 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Traitement d’air, froid industriel, froid commercial. 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Chauffage fioul, gaz, plancher chauffant, RT 2005, RT 2012, Labels BBC. 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chantier...</a:t>
            </a:r>
          </a:p>
          <a:p>
            <a:pPr algn="l">
              <a:lnSpc>
                <a:spcPts val="130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  Développement commercial</a:t>
            </a:r>
          </a:p>
          <a:p>
            <a:pPr algn="l">
              <a:lnSpc>
                <a:spcPts val="104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Prospection et fidélisation des clients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Rédaction des offres techniques et commerciales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Négociation et suivi des contrats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  Management d’équipes</a:t>
            </a:r>
          </a:p>
          <a:p>
            <a:pPr algn="l">
              <a:lnSpc>
                <a:spcPts val="104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Coordination des équipes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Accompagnement des collaborateurs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746" y="3160399"/>
            <a:ext cx="2491956" cy="3043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l">
              <a:lnSpc>
                <a:spcPts val="1756"/>
              </a:lnSpc>
              <a:buFont typeface="Arial"/>
              <a:buChar char="•"/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Doctorat en Science et Ingénierie des Matériaux - Mécanique, Energétique, Génie civil et Procédés -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UNAM (Mexico), INPT (Toulouse). - 2016 </a:t>
            </a:r>
          </a:p>
          <a:p>
            <a:pPr marL="215899" lvl="1" indent="-107950" algn="l">
              <a:lnSpc>
                <a:spcPts val="1756"/>
              </a:lnSpc>
              <a:buFont typeface="Arial"/>
              <a:buChar char="•"/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Master Dynamique des Fluides, Énergétique et Transferts (DET)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Université de Toulouse - INPT Toulouse - 2011</a:t>
            </a:r>
          </a:p>
          <a:p>
            <a:pPr marL="215899" lvl="1" indent="-107950" algn="l">
              <a:lnSpc>
                <a:spcPts val="1756"/>
              </a:lnSpc>
              <a:buFont typeface="Arial"/>
              <a:buChar char="•"/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Diplôme d’ingénieur en Mécanique des Fluides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Filière Énergétique - ENSEEIHT Toulouse. - 2011</a:t>
            </a:r>
          </a:p>
          <a:p>
            <a:pPr algn="l">
              <a:lnSpc>
                <a:spcPts val="1756"/>
              </a:lnSpc>
            </a:pPr>
            <a:endParaRPr lang="en-US" sz="999" spc="4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96954" y="6306816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52509" y="3441700"/>
            <a:ext cx="4095389" cy="238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endParaRPr dirty="0"/>
          </a:p>
          <a:p>
            <a:pPr marL="194310" lvl="1" indent="-97155" algn="l">
              <a:lnSpc>
                <a:spcPts val="1581"/>
              </a:lnSpc>
              <a:buFont typeface="Arial"/>
              <a:buChar char="•"/>
            </a:pP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Études C.V.C.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tous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types de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bâtiments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.</a:t>
            </a:r>
          </a:p>
          <a:p>
            <a:pPr marL="194310" lvl="1" indent="-97155" algn="l">
              <a:lnSpc>
                <a:spcPts val="1581"/>
              </a:lnSpc>
              <a:buFont typeface="Arial"/>
              <a:buChar char="•"/>
            </a:pP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Audits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Énergétiques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de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bâtiments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tertiaires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et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bâtiments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à usage</a:t>
            </a:r>
          </a:p>
          <a:p>
            <a:pPr algn="l">
              <a:lnSpc>
                <a:spcPts val="1581"/>
              </a:lnSpc>
            </a:pP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d’habitation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.</a:t>
            </a:r>
          </a:p>
          <a:p>
            <a:pPr marL="194310" lvl="1" indent="-97155" algn="l">
              <a:lnSpc>
                <a:spcPts val="1581"/>
              </a:lnSpc>
              <a:buFont typeface="Arial"/>
              <a:buChar char="•"/>
            </a:pP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de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projets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BBC, AMO BBC.</a:t>
            </a:r>
          </a:p>
          <a:p>
            <a:pPr marL="194310" lvl="1" indent="-97155" algn="l">
              <a:lnSpc>
                <a:spcPts val="1581"/>
              </a:lnSpc>
              <a:buFont typeface="Arial"/>
              <a:buChar char="•"/>
            </a:pP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Études de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faisabilités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(conception,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chiffrage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étude de production,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de</a:t>
            </a:r>
          </a:p>
          <a:p>
            <a:pPr algn="l">
              <a:lnSpc>
                <a:spcPts val="1581"/>
              </a:lnSpc>
            </a:pP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chantier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)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d’installations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solaires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photovoltaïques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de 3 à 250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kWc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.</a:t>
            </a:r>
          </a:p>
          <a:p>
            <a:pPr marL="194310" lvl="1" indent="-97155" algn="l">
              <a:lnSpc>
                <a:spcPts val="1581"/>
              </a:lnSpc>
              <a:buFont typeface="Arial"/>
              <a:buChar char="•"/>
            </a:pP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Montage des dossiers de subventions ADEME,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Région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FEDER.</a:t>
            </a:r>
          </a:p>
          <a:p>
            <a:pPr marL="194310" lvl="1" indent="-97155" algn="l">
              <a:lnSpc>
                <a:spcPts val="1581"/>
              </a:lnSpc>
              <a:buFont typeface="Arial"/>
              <a:buChar char="•"/>
            </a:pP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Conseils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en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Orientations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Énergétiques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(COE).</a:t>
            </a:r>
          </a:p>
          <a:p>
            <a:pPr marL="194310" lvl="1" indent="-97155" algn="l">
              <a:lnSpc>
                <a:spcPts val="1581"/>
              </a:lnSpc>
              <a:buFont typeface="Arial"/>
              <a:buChar char="•"/>
            </a:pP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Étude de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faisabilité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HQE.</a:t>
            </a:r>
          </a:p>
        </p:txBody>
      </p:sp>
      <p:grpSp>
        <p:nvGrpSpPr>
          <p:cNvPr id="35" name="Group 35"/>
          <p:cNvGrpSpPr>
            <a:grpSpLocks noChangeAspect="1"/>
          </p:cNvGrpSpPr>
          <p:nvPr/>
        </p:nvGrpSpPr>
        <p:grpSpPr>
          <a:xfrm rot="5400000">
            <a:off x="451769" y="-568510"/>
            <a:ext cx="2383530" cy="3477336"/>
            <a:chOff x="0" y="0"/>
            <a:chExt cx="4372610" cy="6379210"/>
          </a:xfrm>
        </p:grpSpPr>
        <p:sp>
          <p:nvSpPr>
            <p:cNvPr id="36" name="Freeform 36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00497" y="-640057"/>
            <a:ext cx="2456389" cy="3583631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4"/>
              <a:stretch>
                <a:fillRect t="-32823" b="-86009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3190071" y="3035968"/>
            <a:ext cx="4020266" cy="792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24"/>
              </a:lnSpc>
            </a:pPr>
            <a:r>
              <a:rPr lang="en-US" sz="900" b="1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REFERENT METIER FLUIDES / Docteur-</a:t>
            </a:r>
            <a:r>
              <a:rPr lang="en-US" sz="900" b="1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Ingénieur</a:t>
            </a:r>
            <a:r>
              <a:rPr lang="en-US" sz="900" b="1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00" b="1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Energéticien</a:t>
            </a:r>
            <a:r>
              <a:rPr lang="en-US" sz="900" b="1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</a:p>
          <a:p>
            <a:pPr marL="0" lvl="0" indent="0" algn="just">
              <a:lnSpc>
                <a:spcPts val="1224"/>
              </a:lnSpc>
            </a:pPr>
            <a:r>
              <a:rPr lang="en-US" sz="900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ISOEDRE - </a:t>
            </a:r>
            <a:r>
              <a:rPr lang="en-US" sz="900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Depuis</a:t>
            </a:r>
            <a:r>
              <a:rPr lang="en-US" sz="900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2025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190071" y="3365500"/>
            <a:ext cx="4020266" cy="305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24"/>
              </a:lnSpc>
            </a:pPr>
            <a:r>
              <a:rPr lang="en-US" sz="900" b="1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Dirigeant</a:t>
            </a:r>
            <a:r>
              <a:rPr lang="en-US" sz="900" b="1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BET </a:t>
            </a:r>
            <a:r>
              <a:rPr lang="en-US" sz="900" b="1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Fluides</a:t>
            </a:r>
            <a:r>
              <a:rPr lang="en-US" sz="900" b="1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et </a:t>
            </a:r>
            <a:r>
              <a:rPr lang="en-US" sz="900" b="1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thermique</a:t>
            </a:r>
            <a:r>
              <a:rPr lang="en-US" sz="900" b="1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/ Docteur-</a:t>
            </a:r>
            <a:r>
              <a:rPr lang="en-US" sz="900" b="1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Ingénieur</a:t>
            </a:r>
            <a:r>
              <a:rPr lang="en-US" sz="900" b="1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00" b="1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Energéticien</a:t>
            </a:r>
            <a:r>
              <a:rPr lang="en-US" sz="900" b="1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</a:p>
          <a:p>
            <a:pPr marL="0" lvl="0" indent="0" algn="just">
              <a:lnSpc>
                <a:spcPts val="1224"/>
              </a:lnSpc>
            </a:pPr>
            <a:r>
              <a:rPr lang="en-US" sz="900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 ENERGIE - </a:t>
            </a:r>
            <a:r>
              <a:rPr lang="en-US" sz="900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Depuis</a:t>
            </a:r>
            <a:r>
              <a:rPr lang="en-US" sz="900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2017</a:t>
            </a:r>
          </a:p>
        </p:txBody>
      </p:sp>
      <p:sp>
        <p:nvSpPr>
          <p:cNvPr id="43" name="AutoShape 43"/>
          <p:cNvSpPr/>
          <p:nvPr/>
        </p:nvSpPr>
        <p:spPr>
          <a:xfrm>
            <a:off x="3152514" y="6298044"/>
            <a:ext cx="4880928" cy="697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4" name="Freeform 44"/>
          <p:cNvSpPr/>
          <p:nvPr/>
        </p:nvSpPr>
        <p:spPr>
          <a:xfrm>
            <a:off x="4028458" y="5911808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5" name="TextBox 45"/>
          <p:cNvSpPr txBox="1"/>
          <p:nvPr/>
        </p:nvSpPr>
        <p:spPr>
          <a:xfrm>
            <a:off x="4350726" y="5956300"/>
            <a:ext cx="3399936" cy="29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</a:t>
            </a:r>
            <a:r>
              <a:rPr lang="en-US" sz="1200" b="1" u="none" strike="noStrike" spc="36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1200" b="1" u="none" strike="noStrike" spc="36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significatives</a:t>
            </a:r>
            <a:endParaRPr lang="en-US" sz="1200" b="1" u="none" strike="noStrike" spc="36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B82F5444-3209-220F-BC61-E775AA7BD6BE}"/>
              </a:ext>
            </a:extLst>
          </p:cNvPr>
          <p:cNvSpPr txBox="1"/>
          <p:nvPr/>
        </p:nvSpPr>
        <p:spPr>
          <a:xfrm>
            <a:off x="3172595" y="6379863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7918DE0C-7C02-255A-E974-3C30C5695042}"/>
              </a:ext>
            </a:extLst>
          </p:cNvPr>
          <p:cNvSpPr txBox="1"/>
          <p:nvPr/>
        </p:nvSpPr>
        <p:spPr>
          <a:xfrm>
            <a:off x="5285343" y="7108477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A04B422F-9990-D643-3DD9-F3441DF877AA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C2014CDE-8B3D-508B-6A94-CE1C67C83387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BFCFCC74-6685-C579-302F-6F9C8DF512A4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466</Words>
  <Application>Microsoft Office PowerPoint</Application>
  <PresentationFormat>Personnalisé</PresentationFormat>
  <Paragraphs>69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CV-BARBOSA CHRISTOPHE</dc:title>
  <cp:lastModifiedBy>Stephane BERTIN</cp:lastModifiedBy>
  <cp:revision>2</cp:revision>
  <dcterms:created xsi:type="dcterms:W3CDTF">2006-08-16T00:00:00Z</dcterms:created>
  <dcterms:modified xsi:type="dcterms:W3CDTF">2025-09-15T06:35:17Z</dcterms:modified>
  <dc:identifier>DAGgYT0fKhs</dc:identifier>
</cp:coreProperties>
</file>