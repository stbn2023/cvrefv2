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Nadège DUBOIS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47028" y="1124403"/>
            <a:ext cx="3539173" cy="18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Chargée d’affaires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60016" y="1599739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06 78 03 06 01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nadegedubois@groupe-isoedre.fr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56192" y="5136841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95889" y="5169920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837768" y="4813685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386200" y="4813685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356192" y="5389254"/>
            <a:ext cx="2391503" cy="3341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901" lvl="1" indent="-107950" algn="l">
              <a:lnSpc>
                <a:spcPts val="1300"/>
              </a:lnSpc>
              <a:buFont typeface="Arial"/>
              <a:buChar char="•"/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 </a:t>
            </a:r>
          </a:p>
          <a:p>
            <a:pPr algn="l">
              <a:lnSpc>
                <a:spcPts val="121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métrés. 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plans 2D/3D</a:t>
            </a: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Dessins et réalisation des dossiers technique de l’Esquisse à l’Exécution et DOE 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clauses techniques tous corps d’état. 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travaux. 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Utilisation des logiciels : Allplan, DeviSOC, Autocad, Archireport, Photoshop, Pack office et Project </a:t>
            </a:r>
          </a:p>
          <a:p>
            <a:pPr algn="l">
              <a:lnSpc>
                <a:spcPts val="121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210"/>
              </a:lnSpc>
            </a:pPr>
            <a:r>
              <a:rPr lang="en-US" sz="1000" spc="2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de chantier MOE</a:t>
            </a:r>
          </a:p>
          <a:p>
            <a:pPr algn="l">
              <a:lnSpc>
                <a:spcPts val="104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endParaRPr lang="en-US" sz="1000" spc="20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86200" y="3198499"/>
            <a:ext cx="2491956" cy="1291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Licence Etude &amp; Economie de la Construction en Alternance –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Villeurbanne (69) - 2018</a:t>
            </a:r>
          </a:p>
          <a:p>
            <a:pPr algn="l">
              <a:lnSpc>
                <a:spcPts val="1756"/>
              </a:lnSpc>
            </a:pPr>
            <a:endParaRPr lang="en-US" sz="999" spc="4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BTS Economiste de la Construction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Illkirch-Graffenstaden (67) - 2017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5855" y="4839966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94101" y="4873045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66515" y="3210397"/>
            <a:ext cx="4199556" cy="1784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CHARGEE D’AFFAIRES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– MB Ingénierie puis ISOEDRE - Depuis 2022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Alpha-i &amp; Co , Montpellier - 2022 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ECONOMISTE DE LA CONSTRUCTION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– CIBATHERM, Colmar - 2018 à 2021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grpSp>
        <p:nvGrpSpPr>
          <p:cNvPr id="35" name="Group 35"/>
          <p:cNvGrpSpPr>
            <a:grpSpLocks noChangeAspect="1"/>
          </p:cNvGrpSpPr>
          <p:nvPr/>
        </p:nvGrpSpPr>
        <p:grpSpPr>
          <a:xfrm rot="5400000">
            <a:off x="508670" y="-495241"/>
            <a:ext cx="2216898" cy="3234237"/>
            <a:chOff x="0" y="0"/>
            <a:chExt cx="4372610" cy="6379210"/>
          </a:xfrm>
        </p:grpSpPr>
        <p:sp>
          <p:nvSpPr>
            <p:cNvPr id="36" name="Freeform 36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508670" y="-482567"/>
            <a:ext cx="2216898" cy="3234237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1" name="Group 41"/>
          <p:cNvGrpSpPr>
            <a:grpSpLocks noChangeAspect="1"/>
          </p:cNvGrpSpPr>
          <p:nvPr/>
        </p:nvGrpSpPr>
        <p:grpSpPr>
          <a:xfrm rot="5400000">
            <a:off x="433206" y="-603663"/>
            <a:ext cx="2363501" cy="3448117"/>
            <a:chOff x="0" y="0"/>
            <a:chExt cx="4372610" cy="6379210"/>
          </a:xfrm>
        </p:grpSpPr>
        <p:sp>
          <p:nvSpPr>
            <p:cNvPr id="42" name="Freeform 42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6"/>
              <a:stretch>
                <a:fillRect t="-26080" b="-92751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8" name="reference_1">
            <a:extLst>
              <a:ext uri="{FF2B5EF4-FFF2-40B4-BE49-F238E27FC236}">
                <a16:creationId xmlns:a16="http://schemas.microsoft.com/office/drawing/2014/main" id="{33EF4748-4991-F704-579F-E14AB95774A6}"/>
              </a:ext>
            </a:extLst>
          </p:cNvPr>
          <p:cNvSpPr txBox="1"/>
          <p:nvPr/>
        </p:nvSpPr>
        <p:spPr>
          <a:xfrm>
            <a:off x="3195893" y="5575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18836C9A-2C3F-6C3F-9B1C-FD41139BF3F7}"/>
              </a:ext>
            </a:extLst>
          </p:cNvPr>
          <p:cNvSpPr txBox="1"/>
          <p:nvPr/>
        </p:nvSpPr>
        <p:spPr>
          <a:xfrm>
            <a:off x="5229319" y="6413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BA581730-2658-4693-9515-656A5DB4F996}"/>
              </a:ext>
            </a:extLst>
          </p:cNvPr>
          <p:cNvSpPr txBox="1"/>
          <p:nvPr/>
        </p:nvSpPr>
        <p:spPr>
          <a:xfrm>
            <a:off x="3272958" y="7556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6285AD26-67EA-F789-7E1B-AC6BAA3F57D0}"/>
              </a:ext>
            </a:extLst>
          </p:cNvPr>
          <p:cNvSpPr txBox="1"/>
          <p:nvPr/>
        </p:nvSpPr>
        <p:spPr>
          <a:xfrm>
            <a:off x="5229319" y="8470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97280F18-2D8D-2436-7D57-88E779947B0E}"/>
              </a:ext>
            </a:extLst>
          </p:cNvPr>
          <p:cNvSpPr txBox="1"/>
          <p:nvPr/>
        </p:nvSpPr>
        <p:spPr>
          <a:xfrm>
            <a:off x="3307406" y="9385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</Words>
  <Application>Microsoft Office PowerPoint</Application>
  <PresentationFormat>Personnalisé</PresentationFormat>
  <Paragraphs>52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CV-DUBOIS NADEGE</dc:title>
  <cp:lastModifiedBy>Stephane BERTIN</cp:lastModifiedBy>
  <cp:revision>2</cp:revision>
  <dcterms:created xsi:type="dcterms:W3CDTF">2006-08-16T00:00:00Z</dcterms:created>
  <dcterms:modified xsi:type="dcterms:W3CDTF">2025-09-15T06:46:48Z</dcterms:modified>
  <dc:identifier>DAGhmdcXRAg</dc:identifier>
</cp:coreProperties>
</file>