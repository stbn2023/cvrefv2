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Thomas PELORCE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60765" y="1153644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TCE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06 08 65 46 19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thomaspelorce@groupe-isoedre.fr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5294702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092032" y="5558872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33912" y="5202637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6200" y="4971546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386200" y="5410065"/>
            <a:ext cx="2230014" cy="414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Economiste de la construction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Réalisation des métré et élaborations des devis et estimatifs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Réponse aux marchés publiques, analyse des DCE, lectures des plans, CCTP.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Mémoires et procédure techniques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Réunion de chantier préparatoire avec les conducteurs d'opération.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Négociations techniques et financières avec les pouvoirs adjudicateurs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Constitution des dossiers d’appel d’offre.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➢ Utilisation des logiciels :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Excel, Word, Autocad, ATTIC+, Revit</a:t>
            </a:r>
          </a:p>
          <a:p>
            <a:pPr algn="l">
              <a:lnSpc>
                <a:spcPts val="104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 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 : Lu et écrit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6200" y="3198499"/>
            <a:ext cx="2491956" cy="63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ETUDE ET ECONOMIE DE LA CONSTRUCTION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Lycée Dhuoda à Nîmes - 2017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5855" y="4997827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90244" y="5261997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30573" y="3117536"/>
            <a:ext cx="409538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30573" y="3501546"/>
            <a:ext cx="4299443" cy="13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D’ETUDE DE PRIX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DELTA CONCEPT BATIMENT Velaux 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2012 à 2022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TECHNICIEN économiste et métreur en intérim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J2P Concept, Velaux  2013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D’ETUDE DE PRIX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SN VOLPILIERE Bouillargues - 2007 à 2012</a:t>
            </a:r>
          </a:p>
        </p:txBody>
      </p:sp>
      <p:grpSp>
        <p:nvGrpSpPr>
          <p:cNvPr id="42" name="Group 42"/>
          <p:cNvGrpSpPr>
            <a:grpSpLocks noChangeAspect="1"/>
          </p:cNvGrpSpPr>
          <p:nvPr/>
        </p:nvGrpSpPr>
        <p:grpSpPr>
          <a:xfrm rot="5400000">
            <a:off x="529443" y="-529443"/>
            <a:ext cx="2307431" cy="3366316"/>
            <a:chOff x="0" y="0"/>
            <a:chExt cx="4372610" cy="6379210"/>
          </a:xfrm>
        </p:grpSpPr>
        <p:sp>
          <p:nvSpPr>
            <p:cNvPr id="43" name="Freeform 43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23478" b="-9535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86200" y="4013585"/>
            <a:ext cx="2491956" cy="63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BACCALAUREAT SCIENTIFIQUE ,</a:t>
            </a:r>
          </a:p>
          <a:p>
            <a:pPr algn="l">
              <a:lnSpc>
                <a:spcPts val="1756"/>
              </a:lnSpc>
            </a:pP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option Science de l’Ingénieur,</a:t>
            </a:r>
          </a:p>
          <a:p>
            <a:pPr algn="l">
              <a:lnSpc>
                <a:spcPts val="1756"/>
              </a:lnSpc>
            </a:pP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Dhuoda à Nîmes - 2005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74EFFD74-265B-33A6-209F-1C54A496076C}"/>
              </a:ext>
            </a:extLst>
          </p:cNvPr>
          <p:cNvSpPr txBox="1"/>
          <p:nvPr/>
        </p:nvSpPr>
        <p:spPr>
          <a:xfrm>
            <a:off x="3195893" y="5727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13D39876-988A-7A70-F8AC-3399547401FD}"/>
              </a:ext>
            </a:extLst>
          </p:cNvPr>
          <p:cNvSpPr txBox="1"/>
          <p:nvPr/>
        </p:nvSpPr>
        <p:spPr>
          <a:xfrm>
            <a:off x="5229319" y="6565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C151AA38-284E-70A4-F740-37B868DB2A2D}"/>
              </a:ext>
            </a:extLst>
          </p:cNvPr>
          <p:cNvSpPr txBox="1"/>
          <p:nvPr/>
        </p:nvSpPr>
        <p:spPr>
          <a:xfrm>
            <a:off x="3272958" y="7708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F58E6095-5315-EFB8-304A-736858AD7976}"/>
              </a:ext>
            </a:extLst>
          </p:cNvPr>
          <p:cNvSpPr txBox="1"/>
          <p:nvPr/>
        </p:nvSpPr>
        <p:spPr>
          <a:xfrm>
            <a:off x="5229319" y="8623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F3507BFE-E7BE-C748-374E-67F669736733}"/>
              </a:ext>
            </a:extLst>
          </p:cNvPr>
          <p:cNvSpPr txBox="1"/>
          <p:nvPr/>
        </p:nvSpPr>
        <p:spPr>
          <a:xfrm>
            <a:off x="3307406" y="9537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Personnalisé</PresentationFormat>
  <Paragraphs>55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CV-PELORCE THOMAS</dc:title>
  <cp:lastModifiedBy>Stephane BERTIN</cp:lastModifiedBy>
  <cp:revision>2</cp:revision>
  <dcterms:created xsi:type="dcterms:W3CDTF">2006-08-16T00:00:00Z</dcterms:created>
  <dcterms:modified xsi:type="dcterms:W3CDTF">2025-09-15T06:54:33Z</dcterms:modified>
  <dc:identifier>DAGgT99zQM8</dc:identifier>
</cp:coreProperties>
</file>