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Bastian LO CICERO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5155" y="1172753"/>
            <a:ext cx="3539173" cy="35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07 60 23 90 26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bastianlocicero@groupe-isoedre.fr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6192" y="5179962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64033" y="5635007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05912" y="5278772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04088" y="4885123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2"/>
                </a:lnTo>
                <a:lnTo>
                  <a:pt x="0" y="2609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303136" y="5374620"/>
            <a:ext cx="2192362" cy="320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"/>
              </a:lnSpc>
            </a:pPr>
            <a:endParaRPr/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Analyser un dossier de construction (DCE, Plans, Permis de construire) </a:t>
            </a:r>
          </a:p>
          <a:p>
            <a:pPr algn="l">
              <a:lnSpc>
                <a:spcPts val="935"/>
              </a:lnSpc>
            </a:pPr>
            <a:endParaRPr lang="en-US" sz="799" spc="1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Réaliser un dossier de consultation entreprise </a:t>
            </a:r>
          </a:p>
          <a:p>
            <a:pPr algn="l">
              <a:lnSpc>
                <a:spcPts val="935"/>
              </a:lnSpc>
            </a:pPr>
            <a:endParaRPr lang="en-US" sz="799" spc="1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Réaliser des relevés et des métrés sur plans et terrain </a:t>
            </a:r>
          </a:p>
          <a:p>
            <a:pPr algn="l">
              <a:lnSpc>
                <a:spcPts val="935"/>
              </a:lnSpc>
            </a:pPr>
            <a:endParaRPr lang="en-US" sz="799" spc="1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Créer des plans de fabrication, d’assemblage et de montage pour structure métallique </a:t>
            </a:r>
          </a:p>
          <a:p>
            <a:pPr algn="l">
              <a:lnSpc>
                <a:spcPts val="935"/>
              </a:lnSpc>
            </a:pPr>
            <a:endParaRPr lang="en-US" sz="799" spc="1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Etablir les déboursés d’un chantier </a:t>
            </a:r>
          </a:p>
          <a:p>
            <a:pPr algn="l">
              <a:lnSpc>
                <a:spcPts val="935"/>
              </a:lnSpc>
            </a:pPr>
            <a:endParaRPr lang="en-US" sz="799" spc="1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Préparer des commandes fournisseurs </a:t>
            </a:r>
          </a:p>
          <a:p>
            <a:pPr algn="l">
              <a:lnSpc>
                <a:spcPts val="935"/>
              </a:lnSpc>
            </a:pPr>
            <a:endParaRPr lang="en-US" sz="799" spc="1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Chiffrer et calculer des coûts </a:t>
            </a:r>
          </a:p>
          <a:p>
            <a:pPr algn="l">
              <a:lnSpc>
                <a:spcPts val="935"/>
              </a:lnSpc>
            </a:pPr>
            <a:endParaRPr lang="en-US" sz="799" spc="1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Etablir des devis </a:t>
            </a:r>
          </a:p>
          <a:p>
            <a:pPr algn="l">
              <a:lnSpc>
                <a:spcPts val="935"/>
              </a:lnSpc>
            </a:pPr>
            <a:endParaRPr lang="en-US" sz="799" spc="1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rénovation, réhabilitation </a:t>
            </a:r>
          </a:p>
          <a:p>
            <a:pPr algn="l">
              <a:lnSpc>
                <a:spcPts val="935"/>
              </a:lnSpc>
            </a:pPr>
            <a:endParaRPr lang="en-US" sz="799" spc="1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72720" lvl="1" indent="-86360" algn="l">
              <a:lnSpc>
                <a:spcPts val="935"/>
              </a:lnSpc>
              <a:buFont typeface="Arial"/>
              <a:buChar char="•"/>
            </a:pPr>
            <a:r>
              <a:rPr lang="en-US" sz="799" spc="1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Participation aux assemblées générales dans le cadre des travaux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0954" y="3137881"/>
            <a:ext cx="2625035" cy="147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Etudes et Economies de la construction</a:t>
            </a:r>
          </a:p>
          <a:p>
            <a:pPr algn="l">
              <a:lnSpc>
                <a:spcPts val="1581"/>
              </a:lnSpc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Lycée Léonard de Vinci, Antibes - 2018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Baccalauréat Scientifique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Spécialité Mathématiques - Lycée Simone Veil, Valbonne - 2016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7185" y="4929529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62245" y="5338132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86369" y="3132649"/>
            <a:ext cx="4176746" cy="172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ISOEDRE depuis 2025</a:t>
            </a:r>
          </a:p>
          <a:p>
            <a:pPr marL="0" lvl="0" indent="0" algn="l">
              <a:lnSpc>
                <a:spcPts val="238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MAÎTRE D'ŒUVRE ET PÔLE RÉNOVATION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marL="0" lvl="0" indent="0" algn="l">
              <a:lnSpc>
                <a:spcPts val="2389"/>
              </a:lnSpc>
            </a:pP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BET Saladino – 2023 à 2025</a:t>
            </a:r>
          </a:p>
          <a:p>
            <a:pPr marL="0" lvl="0" indent="0" algn="l">
              <a:lnSpc>
                <a:spcPts val="238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ÉCONOMISTE DE LA CONSTRUCTION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Berthe SARL </a:t>
            </a:r>
          </a:p>
          <a:p>
            <a:pPr marL="0" lvl="0" indent="0" algn="l">
              <a:lnSpc>
                <a:spcPts val="2389"/>
              </a:lnSpc>
            </a:pP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 à 2023</a:t>
            </a:r>
          </a:p>
          <a:p>
            <a:pPr algn="l">
              <a:lnSpc>
                <a:spcPts val="238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MÉTREUR apprentissage -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RD BAT - 2020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-38567" y="-260438"/>
            <a:ext cx="3430499" cy="2581545"/>
            <a:chOff x="0" y="0"/>
            <a:chExt cx="4573999" cy="3442060"/>
          </a:xfrm>
        </p:grpSpPr>
        <p:grpSp>
          <p:nvGrpSpPr>
            <p:cNvPr id="36" name="Group 36"/>
            <p:cNvGrpSpPr>
              <a:grpSpLocks noChangeAspect="1"/>
            </p:cNvGrpSpPr>
            <p:nvPr/>
          </p:nvGrpSpPr>
          <p:grpSpPr>
            <a:xfrm rot="5400000">
              <a:off x="714827" y="-388145"/>
              <a:ext cx="3115379" cy="4545032"/>
              <a:chOff x="0" y="0"/>
              <a:chExt cx="4372610" cy="6379210"/>
            </a:xfrm>
          </p:grpSpPr>
          <p:sp>
            <p:nvSpPr>
              <p:cNvPr id="37" name="Freeform 37"/>
              <p:cNvSpPr/>
              <p:nvPr/>
            </p:nvSpPr>
            <p:spPr>
              <a:xfrm rot="-5400000">
                <a:off x="-988695" y="1017905"/>
                <a:ext cx="6350000" cy="434721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4347210">
                    <a:moveTo>
                      <a:pt x="6350000" y="4347210"/>
                    </a:moveTo>
                    <a:lnTo>
                      <a:pt x="5270500" y="0"/>
                    </a:lnTo>
                    <a:lnTo>
                      <a:pt x="0" y="0"/>
                    </a:lnTo>
                    <a:lnTo>
                      <a:pt x="0" y="4347210"/>
                    </a:lnTo>
                    <a:lnTo>
                      <a:pt x="6350000" y="4347210"/>
                    </a:lnTo>
                    <a:close/>
                  </a:path>
                </a:pathLst>
              </a:custGeom>
              <a:blipFill>
                <a:blip r:embed="rId16"/>
                <a:stretch>
                  <a:fillRect t="-29997" b="-88834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0" y="0"/>
                <a:ext cx="437261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4372610" h="6379210">
                    <a:moveTo>
                      <a:pt x="4372610" y="6379210"/>
                    </a:moveTo>
                    <a:lnTo>
                      <a:pt x="0" y="6379210"/>
                    </a:lnTo>
                    <a:lnTo>
                      <a:pt x="0" y="1085850"/>
                    </a:lnTo>
                    <a:lnTo>
                      <a:pt x="4372610" y="0"/>
                    </a:lnTo>
                    <a:lnTo>
                      <a:pt x="4372610" y="6379210"/>
                    </a:lnTo>
                    <a:close/>
                    <a:moveTo>
                      <a:pt x="25400" y="6353810"/>
                    </a:moveTo>
                    <a:lnTo>
                      <a:pt x="4347210" y="6353810"/>
                    </a:lnTo>
                    <a:lnTo>
                      <a:pt x="4347210" y="33020"/>
                    </a:lnTo>
                    <a:lnTo>
                      <a:pt x="25400" y="1106170"/>
                    </a:lnTo>
                    <a:lnTo>
                      <a:pt x="25400" y="63538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9" name="Freeform 39"/>
            <p:cNvSpPr/>
            <p:nvPr/>
          </p:nvSpPr>
          <p:spPr>
            <a:xfrm flipH="1">
              <a:off x="598660" y="0"/>
              <a:ext cx="3975339" cy="3420633"/>
            </a:xfrm>
            <a:custGeom>
              <a:avLst/>
              <a:gdLst/>
              <a:ahLst/>
              <a:cxnLst/>
              <a:rect l="l" t="t" r="r" b="b"/>
              <a:pathLst>
                <a:path w="3975339" h="3420633">
                  <a:moveTo>
                    <a:pt x="3975339" y="0"/>
                  </a:moveTo>
                  <a:lnTo>
                    <a:pt x="0" y="0"/>
                  </a:lnTo>
                  <a:lnTo>
                    <a:pt x="0" y="3420633"/>
                  </a:lnTo>
                  <a:lnTo>
                    <a:pt x="3975339" y="3420633"/>
                  </a:lnTo>
                  <a:lnTo>
                    <a:pt x="3975339" y="0"/>
                  </a:lnTo>
                  <a:close/>
                </a:path>
              </a:pathLst>
            </a:custGeom>
            <a:blipFill>
              <a:blip r:embed="rId17"/>
              <a:stretch>
                <a:fillRect b="-54955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404088" y="8835239"/>
            <a:ext cx="1905668" cy="611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Langues </a:t>
            </a:r>
          </a:p>
          <a:p>
            <a:pPr algn="l">
              <a:lnSpc>
                <a:spcPts val="936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2" lvl="1" indent="-86361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Anglais (Intermédiaire)</a:t>
            </a:r>
          </a:p>
          <a:p>
            <a:pPr marL="172722" lvl="1" indent="-86361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Italien (Intermédiaire)</a:t>
            </a:r>
          </a:p>
          <a:p>
            <a:pPr algn="l">
              <a:lnSpc>
                <a:spcPts val="9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04088" y="9580568"/>
            <a:ext cx="1905668" cy="96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Logiciels</a:t>
            </a:r>
          </a:p>
          <a:p>
            <a:pPr algn="l">
              <a:lnSpc>
                <a:spcPts val="936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2" lvl="1" indent="-86361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Tekla Structure </a:t>
            </a:r>
          </a:p>
          <a:p>
            <a:pPr marL="172722" lvl="1" indent="-86361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Autocad </a:t>
            </a:r>
          </a:p>
          <a:p>
            <a:pPr marL="172722" lvl="1" indent="-86361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GIT </a:t>
            </a:r>
          </a:p>
          <a:p>
            <a:pPr marL="172722" lvl="1" indent="-86361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Excel </a:t>
            </a:r>
          </a:p>
          <a:p>
            <a:pPr marL="172722" lvl="1" indent="-86361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Microsoft Office</a:t>
            </a:r>
          </a:p>
          <a:p>
            <a:pPr algn="l">
              <a:lnSpc>
                <a:spcPts val="9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6" name="reference_1">
            <a:extLst>
              <a:ext uri="{FF2B5EF4-FFF2-40B4-BE49-F238E27FC236}">
                <a16:creationId xmlns:a16="http://schemas.microsoft.com/office/drawing/2014/main" id="{2FFC8E04-A85F-9A6A-D56B-86AB64E542A0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7" name="reference_2">
            <a:extLst>
              <a:ext uri="{FF2B5EF4-FFF2-40B4-BE49-F238E27FC236}">
                <a16:creationId xmlns:a16="http://schemas.microsoft.com/office/drawing/2014/main" id="{D4D3BB35-9CBD-C34B-7C34-3D264172EFAE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8" name="reference_3">
            <a:extLst>
              <a:ext uri="{FF2B5EF4-FFF2-40B4-BE49-F238E27FC236}">
                <a16:creationId xmlns:a16="http://schemas.microsoft.com/office/drawing/2014/main" id="{30CAFB42-FD45-20A2-C81A-F593229DFF2A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4">
            <a:extLst>
              <a:ext uri="{FF2B5EF4-FFF2-40B4-BE49-F238E27FC236}">
                <a16:creationId xmlns:a16="http://schemas.microsoft.com/office/drawing/2014/main" id="{CEC0A403-CBB1-C9F6-4EEF-2DB96A1271E3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5">
            <a:extLst>
              <a:ext uri="{FF2B5EF4-FFF2-40B4-BE49-F238E27FC236}">
                <a16:creationId xmlns:a16="http://schemas.microsoft.com/office/drawing/2014/main" id="{F1726672-985A-3117-7D70-177F6B6BCEE7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364</Words>
  <Application>Microsoft Office PowerPoint</Application>
  <PresentationFormat>Personnalisé</PresentationFormat>
  <Paragraphs>70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</vt:lpstr>
      <vt:lpstr>Glacial Indifference Bold</vt:lpstr>
      <vt:lpstr>Calibri</vt:lpstr>
      <vt:lpstr>Arial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CV-LO CICERO BASTIAN</dc:title>
  <dc:creator>Admin</dc:creator>
  <cp:lastModifiedBy>Stephane BERTIN</cp:lastModifiedBy>
  <cp:revision>2</cp:revision>
  <dcterms:created xsi:type="dcterms:W3CDTF">2006-08-16T00:00:00Z</dcterms:created>
  <dcterms:modified xsi:type="dcterms:W3CDTF">2025-09-18T13:27:59Z</dcterms:modified>
  <dc:identifier>DAGhaZCTmAQ</dc:identifier>
</cp:coreProperties>
</file>