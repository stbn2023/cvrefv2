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jpe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Marie BENEZECH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35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Responsable pôle conception </a:t>
            </a:r>
          </a:p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Chargée d’affaires conception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06 51 20 94 72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mariebenezech@groupe-isoedre.fr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535270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23910" y="5541268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65789" y="5185033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TextBox 27"/>
          <p:cNvSpPr txBox="1"/>
          <p:nvPr/>
        </p:nvSpPr>
        <p:spPr>
          <a:xfrm>
            <a:off x="356192" y="5614643"/>
            <a:ext cx="2192362" cy="352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3"/>
              </a:lnSpc>
            </a:pPr>
            <a:endParaRPr/>
          </a:p>
          <a:p>
            <a:pPr marL="215901" lvl="1" indent="-107951" algn="l">
              <a:lnSpc>
                <a:spcPts val="117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 </a:t>
            </a:r>
          </a:p>
          <a:p>
            <a:pPr algn="l">
              <a:lnSpc>
                <a:spcPts val="1053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008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008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08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008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08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Analyse diagnostique, préparation et organisation </a:t>
            </a:r>
          </a:p>
          <a:p>
            <a:pPr algn="l">
              <a:lnSpc>
                <a:spcPts val="1008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08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charges administratifs et techniques tous corps d’état. </a:t>
            </a:r>
          </a:p>
          <a:p>
            <a:pPr algn="l">
              <a:lnSpc>
                <a:spcPts val="1008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08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 </a:t>
            </a:r>
          </a:p>
          <a:p>
            <a:pPr algn="l">
              <a:lnSpc>
                <a:spcPts val="1008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08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Maitrise d’oeuvre d’exécution </a:t>
            </a:r>
          </a:p>
          <a:p>
            <a:pPr algn="l">
              <a:lnSpc>
                <a:spcPts val="1008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08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Utilisation des logiciels : Autocad, Archicad, Indesign, Photoshop, Pack Office </a:t>
            </a:r>
          </a:p>
          <a:p>
            <a:pPr algn="l">
              <a:lnSpc>
                <a:spcPts val="1008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08"/>
              </a:lnSpc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Conception architecturale</a:t>
            </a:r>
          </a:p>
          <a:p>
            <a:pPr algn="l">
              <a:lnSpc>
                <a:spcPts val="1053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53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6566" y="3233131"/>
            <a:ext cx="2625035" cy="179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7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Professionnelle 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Génie Civil Bâtiment et construction, conduite de travaux TCE – IUT Béthune (62)</a:t>
            </a:r>
          </a:p>
          <a:p>
            <a:pPr algn="l">
              <a:lnSpc>
                <a:spcPts val="1757"/>
              </a:lnSpc>
            </a:pP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2014</a:t>
            </a:r>
          </a:p>
          <a:p>
            <a:pPr algn="l">
              <a:lnSpc>
                <a:spcPts val="1240"/>
              </a:lnSpc>
            </a:pPr>
            <a:endParaRPr lang="en-US" sz="1000" spc="4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7"/>
              </a:lnSpc>
            </a:pPr>
            <a:r>
              <a:rPr lang="en-US" sz="1000" b="1" spc="4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Design d’espace – </a:t>
            </a:r>
            <a:r>
              <a:rPr lang="en-US" sz="1000" spc="4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ESMA Montpellier (34) - 2012</a:t>
            </a:r>
          </a:p>
          <a:p>
            <a:pPr algn="l">
              <a:lnSpc>
                <a:spcPts val="1090"/>
              </a:lnSpc>
            </a:pPr>
            <a:endParaRPr lang="en-US" sz="1000" spc="4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7"/>
              </a:lnSpc>
            </a:pPr>
            <a:endParaRPr lang="en-US" sz="1000" spc="4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404088" y="5057866"/>
            <a:ext cx="2301231" cy="260913"/>
            <a:chOff x="0" y="0"/>
            <a:chExt cx="3068308" cy="3478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8279" cy="347884"/>
            </a:xfrm>
            <a:custGeom>
              <a:avLst/>
              <a:gdLst/>
              <a:ahLst/>
              <a:cxnLst/>
              <a:rect l="l" t="t" r="r" b="b"/>
              <a:pathLst>
                <a:path w="438279" h="347884">
                  <a:moveTo>
                    <a:pt x="0" y="0"/>
                  </a:moveTo>
                  <a:lnTo>
                    <a:pt x="438279" y="0"/>
                  </a:lnTo>
                  <a:lnTo>
                    <a:pt x="438279" y="347884"/>
                  </a:lnTo>
                  <a:lnTo>
                    <a:pt x="0" y="347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0796" y="65558"/>
              <a:ext cx="2477512" cy="257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679"/>
                </a:lnSpc>
                <a:spcBef>
                  <a:spcPct val="0"/>
                </a:spcBef>
              </a:pPr>
              <a:r>
                <a:rPr lang="en-US" sz="1200" b="1" u="none" strike="noStrike" spc="36">
                  <a:solidFill>
                    <a:srgbClr val="1D1E3C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Compétences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22122" y="5244393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23910" y="3174686"/>
            <a:ext cx="4397709" cy="1934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50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POLE CONCEPTION -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2025</a:t>
            </a:r>
          </a:p>
          <a:p>
            <a:pPr marL="0" lvl="0" indent="0" algn="l">
              <a:lnSpc>
                <a:spcPts val="2250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CHARGEE D’AFFAIRES -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puis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– </a:t>
            </a:r>
            <a:r>
              <a:rPr lang="en-US" sz="900" spc="4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2023</a:t>
            </a:r>
          </a:p>
          <a:p>
            <a:pPr marL="0" lvl="0" indent="0" algn="l">
              <a:lnSpc>
                <a:spcPts val="2250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PROFESSION LIBERALE, Atelier </a:t>
            </a:r>
            <a:r>
              <a:rPr lang="en-US" sz="900" b="1" spc="42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d’éco</a:t>
            </a: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-architecture,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Marseille – 2022-2023 </a:t>
            </a:r>
          </a:p>
          <a:p>
            <a:pPr marL="0" lvl="0" indent="0" algn="l">
              <a:lnSpc>
                <a:spcPts val="2250"/>
              </a:lnSpc>
            </a:pPr>
            <a:r>
              <a:rPr lang="en-US" sz="900" b="1" spc="4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CHEFFE DE PROJET ET CO-GERANTE,</a:t>
            </a: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SWAC et construction, Marseille </a:t>
            </a:r>
          </a:p>
          <a:p>
            <a:pPr marL="0" lvl="0" indent="0" algn="l">
              <a:lnSpc>
                <a:spcPts val="2178"/>
              </a:lnSpc>
            </a:pPr>
            <a:r>
              <a:rPr lang="en-US" sz="900" spc="4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2015-2022 </a:t>
            </a:r>
          </a:p>
          <a:p>
            <a:pPr marL="0" lvl="0" indent="0" algn="l">
              <a:lnSpc>
                <a:spcPts val="2178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EIFFAGE AMO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(59) -2014</a:t>
            </a:r>
          </a:p>
          <a:p>
            <a:pPr algn="l">
              <a:lnSpc>
                <a:spcPts val="215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36" name="Group 36"/>
          <p:cNvGrpSpPr>
            <a:grpSpLocks noChangeAspect="1"/>
          </p:cNvGrpSpPr>
          <p:nvPr/>
        </p:nvGrpSpPr>
        <p:grpSpPr>
          <a:xfrm rot="5400000">
            <a:off x="436890" y="-620776"/>
            <a:ext cx="2379557" cy="3471540"/>
            <a:chOff x="0" y="0"/>
            <a:chExt cx="4372610" cy="6379210"/>
          </a:xfrm>
        </p:grpSpPr>
        <p:sp>
          <p:nvSpPr>
            <p:cNvPr id="37" name="Freeform 37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9" name="Freeform 39"/>
          <p:cNvSpPr/>
          <p:nvPr/>
        </p:nvSpPr>
        <p:spPr>
          <a:xfrm flipH="1">
            <a:off x="458013" y="63628"/>
            <a:ext cx="2509649" cy="2199416"/>
          </a:xfrm>
          <a:custGeom>
            <a:avLst/>
            <a:gdLst/>
            <a:ahLst/>
            <a:cxnLst/>
            <a:rect l="l" t="t" r="r" b="b"/>
            <a:pathLst>
              <a:path w="2509649" h="2199416">
                <a:moveTo>
                  <a:pt x="2509649" y="0"/>
                </a:moveTo>
                <a:lnTo>
                  <a:pt x="0" y="0"/>
                </a:lnTo>
                <a:lnTo>
                  <a:pt x="0" y="2199416"/>
                </a:lnTo>
                <a:lnTo>
                  <a:pt x="2509649" y="2199416"/>
                </a:lnTo>
                <a:lnTo>
                  <a:pt x="2509649" y="0"/>
                </a:lnTo>
                <a:close/>
              </a:path>
            </a:pathLst>
          </a:custGeom>
          <a:blipFill>
            <a:blip r:embed="rId17"/>
            <a:stretch>
              <a:fillRect b="-16039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5" name="reference_1">
            <a:extLst>
              <a:ext uri="{FF2B5EF4-FFF2-40B4-BE49-F238E27FC236}">
                <a16:creationId xmlns:a16="http://schemas.microsoft.com/office/drawing/2014/main" id="{2C66CB04-A980-7F06-019B-62C5685BC9DC}"/>
              </a:ext>
            </a:extLst>
          </p:cNvPr>
          <p:cNvSpPr txBox="1"/>
          <p:nvPr/>
        </p:nvSpPr>
        <p:spPr>
          <a:xfrm>
            <a:off x="3195893" y="5651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6" name="reference_2">
            <a:extLst>
              <a:ext uri="{FF2B5EF4-FFF2-40B4-BE49-F238E27FC236}">
                <a16:creationId xmlns:a16="http://schemas.microsoft.com/office/drawing/2014/main" id="{F53F4BB4-C35B-2301-D254-7FC4D8BF92F8}"/>
              </a:ext>
            </a:extLst>
          </p:cNvPr>
          <p:cNvSpPr txBox="1"/>
          <p:nvPr/>
        </p:nvSpPr>
        <p:spPr>
          <a:xfrm>
            <a:off x="5229319" y="6489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7" name="reference_3">
            <a:extLst>
              <a:ext uri="{FF2B5EF4-FFF2-40B4-BE49-F238E27FC236}">
                <a16:creationId xmlns:a16="http://schemas.microsoft.com/office/drawing/2014/main" id="{653B8DE9-A3D1-7A8C-E0A0-7D6BD7A24F23}"/>
              </a:ext>
            </a:extLst>
          </p:cNvPr>
          <p:cNvSpPr txBox="1"/>
          <p:nvPr/>
        </p:nvSpPr>
        <p:spPr>
          <a:xfrm>
            <a:off x="3272958" y="7632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8" name="reference_4">
            <a:extLst>
              <a:ext uri="{FF2B5EF4-FFF2-40B4-BE49-F238E27FC236}">
                <a16:creationId xmlns:a16="http://schemas.microsoft.com/office/drawing/2014/main" id="{7664397C-84EF-5C97-74BD-2BF66B61F080}"/>
              </a:ext>
            </a:extLst>
          </p:cNvPr>
          <p:cNvSpPr txBox="1"/>
          <p:nvPr/>
        </p:nvSpPr>
        <p:spPr>
          <a:xfrm>
            <a:off x="5229319" y="85470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5">
            <a:extLst>
              <a:ext uri="{FF2B5EF4-FFF2-40B4-BE49-F238E27FC236}">
                <a16:creationId xmlns:a16="http://schemas.microsoft.com/office/drawing/2014/main" id="{8F2CDCFC-E334-4827-A646-506BEE0890A0}"/>
              </a:ext>
            </a:extLst>
          </p:cNvPr>
          <p:cNvSpPr txBox="1"/>
          <p:nvPr/>
        </p:nvSpPr>
        <p:spPr>
          <a:xfrm>
            <a:off x="3307406" y="9461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350</Words>
  <Application>Microsoft Office PowerPoint</Application>
  <PresentationFormat>Personnalisé</PresentationFormat>
  <Paragraphs>58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CV-BENEZECH Marie</dc:title>
  <cp:lastModifiedBy>Stephane BERTIN</cp:lastModifiedBy>
  <cp:revision>3</cp:revision>
  <dcterms:created xsi:type="dcterms:W3CDTF">2006-08-16T00:00:00Z</dcterms:created>
  <dcterms:modified xsi:type="dcterms:W3CDTF">2025-09-15T06:44:59Z</dcterms:modified>
  <dc:identifier>DAGhaOl4LcY</dc:identifier>
</cp:coreProperties>
</file>